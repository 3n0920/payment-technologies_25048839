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710" r:id="rId3"/>
  </p:sldMasterIdLst>
  <p:notesMasterIdLst>
    <p:notesMasterId r:id="rId37"/>
  </p:notesMasterIdLst>
  <p:sldIdLst>
    <p:sldId id="256" r:id="rId4"/>
    <p:sldId id="312" r:id="rId5"/>
    <p:sldId id="259" r:id="rId6"/>
    <p:sldId id="260" r:id="rId7"/>
    <p:sldId id="263" r:id="rId8"/>
    <p:sldId id="266" r:id="rId9"/>
    <p:sldId id="267" r:id="rId10"/>
    <p:sldId id="268" r:id="rId11"/>
    <p:sldId id="269" r:id="rId12"/>
    <p:sldId id="270" r:id="rId13"/>
    <p:sldId id="271" r:id="rId14"/>
    <p:sldId id="311" r:id="rId15"/>
    <p:sldId id="272" r:id="rId16"/>
    <p:sldId id="273" r:id="rId17"/>
    <p:sldId id="265" r:id="rId18"/>
    <p:sldId id="276" r:id="rId19"/>
    <p:sldId id="274" r:id="rId20"/>
    <p:sldId id="319" r:id="rId21"/>
    <p:sldId id="318" r:id="rId22"/>
    <p:sldId id="278" r:id="rId23"/>
    <p:sldId id="279" r:id="rId24"/>
    <p:sldId id="280" r:id="rId25"/>
    <p:sldId id="277" r:id="rId26"/>
    <p:sldId id="261" r:id="rId27"/>
    <p:sldId id="310" r:id="rId28"/>
    <p:sldId id="282" r:id="rId29"/>
    <p:sldId id="314" r:id="rId30"/>
    <p:sldId id="313" r:id="rId31"/>
    <p:sldId id="315" r:id="rId32"/>
    <p:sldId id="316" r:id="rId33"/>
    <p:sldId id="320" r:id="rId34"/>
    <p:sldId id="321" r:id="rId35"/>
    <p:sldId id="317"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83010" autoAdjust="0"/>
  </p:normalViewPr>
  <p:slideViewPr>
    <p:cSldViewPr snapToGrid="0">
      <p:cViewPr varScale="1">
        <p:scale>
          <a:sx n="84" d="100"/>
          <a:sy n="84" d="100"/>
        </p:scale>
        <p:origin x="1248" y="8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42"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dalene Lim (RP)" userId="0d83deb8-e9a9-42ab-ae84-75cdb7b5bd8e" providerId="ADAL" clId="{F480144D-229B-4504-9707-A45AE5F79E10}"/>
    <pc:docChg chg="undo custSel addSld delSld modSld sldOrd">
      <pc:chgData name="Magdalene Lim (RP)" userId="0d83deb8-e9a9-42ab-ae84-75cdb7b5bd8e" providerId="ADAL" clId="{F480144D-229B-4504-9707-A45AE5F79E10}" dt="2026-10-14T07:01:38.675" v="2481" actId="368"/>
      <pc:docMkLst>
        <pc:docMk/>
      </pc:docMkLst>
      <pc:sldChg chg="modNotes">
        <pc:chgData name="Magdalene Lim (RP)" userId="0d83deb8-e9a9-42ab-ae84-75cdb7b5bd8e" providerId="ADAL" clId="{F480144D-229B-4504-9707-A45AE5F79E10}" dt="2026-10-14T07:01:38.661" v="2477" actId="368"/>
        <pc:sldMkLst>
          <pc:docMk/>
          <pc:sldMk cId="1311668139" sldId="259"/>
        </pc:sldMkLst>
      </pc:sldChg>
      <pc:sldChg chg="modSp mod">
        <pc:chgData name="Magdalene Lim (RP)" userId="0d83deb8-e9a9-42ab-ae84-75cdb7b5bd8e" providerId="ADAL" clId="{F480144D-229B-4504-9707-A45AE5F79E10}" dt="2026-10-04T07:01:19.262" v="1823" actId="6549"/>
        <pc:sldMkLst>
          <pc:docMk/>
          <pc:sldMk cId="1702593799" sldId="261"/>
        </pc:sldMkLst>
        <pc:spChg chg="mod">
          <ac:chgData name="Magdalene Lim (RP)" userId="0d83deb8-e9a9-42ab-ae84-75cdb7b5bd8e" providerId="ADAL" clId="{F480144D-229B-4504-9707-A45AE5F79E10}" dt="2026-10-04T07:00:39.510" v="1732"/>
          <ac:spMkLst>
            <pc:docMk/>
            <pc:sldMk cId="1702593799" sldId="261"/>
            <ac:spMk id="2" creationId="{22CEA258-C343-665C-CC8B-A5107D14ABD5}"/>
          </ac:spMkLst>
        </pc:spChg>
        <pc:spChg chg="mod">
          <ac:chgData name="Magdalene Lim (RP)" userId="0d83deb8-e9a9-42ab-ae84-75cdb7b5bd8e" providerId="ADAL" clId="{F480144D-229B-4504-9707-A45AE5F79E10}" dt="2026-10-04T07:01:19.262" v="1823" actId="6549"/>
          <ac:spMkLst>
            <pc:docMk/>
            <pc:sldMk cId="1702593799" sldId="261"/>
            <ac:spMk id="3" creationId="{04802073-9AE4-3483-9B4D-1D90BFEFB689}"/>
          </ac:spMkLst>
        </pc:spChg>
      </pc:sldChg>
      <pc:sldChg chg="addSp delSp modSp add mod ord">
        <pc:chgData name="Magdalene Lim (RP)" userId="0d83deb8-e9a9-42ab-ae84-75cdb7b5bd8e" providerId="ADAL" clId="{F480144D-229B-4504-9707-A45AE5F79E10}" dt="2026-10-04T06:50:52.382" v="1514" actId="1076"/>
        <pc:sldMkLst>
          <pc:docMk/>
          <pc:sldMk cId="2886403300" sldId="265"/>
        </pc:sldMkLst>
        <pc:spChg chg="mod">
          <ac:chgData name="Magdalene Lim (RP)" userId="0d83deb8-e9a9-42ab-ae84-75cdb7b5bd8e" providerId="ADAL" clId="{F480144D-229B-4504-9707-A45AE5F79E10}" dt="2026-10-04T06:49:32.599" v="1505"/>
          <ac:spMkLst>
            <pc:docMk/>
            <pc:sldMk cId="2886403300" sldId="265"/>
            <ac:spMk id="3" creationId="{A84B31BF-97EF-FA1D-E0FE-EAC87E5A5105}"/>
          </ac:spMkLst>
        </pc:spChg>
        <pc:picChg chg="add mod">
          <ac:chgData name="Magdalene Lim (RP)" userId="0d83deb8-e9a9-42ab-ae84-75cdb7b5bd8e" providerId="ADAL" clId="{F480144D-229B-4504-9707-A45AE5F79E10}" dt="2026-10-04T06:50:52.382" v="1514" actId="1076"/>
          <ac:picMkLst>
            <pc:docMk/>
            <pc:sldMk cId="2886403300" sldId="265"/>
            <ac:picMk id="6" creationId="{6A192D38-E6A6-A238-9D34-4B07C542E78D}"/>
          </ac:picMkLst>
        </pc:picChg>
      </pc:sldChg>
      <pc:sldChg chg="addSp delSp modSp mod">
        <pc:chgData name="Magdalene Lim (RP)" userId="0d83deb8-e9a9-42ab-ae84-75cdb7b5bd8e" providerId="ADAL" clId="{F480144D-229B-4504-9707-A45AE5F79E10}" dt="2026-10-04T06:20:03.887" v="141" actId="1076"/>
        <pc:sldMkLst>
          <pc:docMk/>
          <pc:sldMk cId="3084578416" sldId="266"/>
        </pc:sldMkLst>
        <pc:spChg chg="mod">
          <ac:chgData name="Magdalene Lim (RP)" userId="0d83deb8-e9a9-42ab-ae84-75cdb7b5bd8e" providerId="ADAL" clId="{F480144D-229B-4504-9707-A45AE5F79E10}" dt="2026-10-04T06:19:42.861" v="122" actId="1076"/>
          <ac:spMkLst>
            <pc:docMk/>
            <pc:sldMk cId="3084578416" sldId="266"/>
            <ac:spMk id="2" creationId="{D4BD29D9-23DD-CE2D-8754-40C3E5B28048}"/>
          </ac:spMkLst>
        </pc:spChg>
        <pc:spChg chg="mod">
          <ac:chgData name="Magdalene Lim (RP)" userId="0d83deb8-e9a9-42ab-ae84-75cdb7b5bd8e" providerId="ADAL" clId="{F480144D-229B-4504-9707-A45AE5F79E10}" dt="2026-10-04T06:17:33.918" v="99" actId="113"/>
          <ac:spMkLst>
            <pc:docMk/>
            <pc:sldMk cId="3084578416" sldId="266"/>
            <ac:spMk id="3" creationId="{A86D35FB-F3C8-F2F2-3C9C-BE6525BA9894}"/>
          </ac:spMkLst>
        </pc:spChg>
        <pc:spChg chg="mod">
          <ac:chgData name="Magdalene Lim (RP)" userId="0d83deb8-e9a9-42ab-ae84-75cdb7b5bd8e" providerId="ADAL" clId="{F480144D-229B-4504-9707-A45AE5F79E10}" dt="2026-10-04T06:19:46.439" v="123" actId="1076"/>
          <ac:spMkLst>
            <pc:docMk/>
            <pc:sldMk cId="3084578416" sldId="266"/>
            <ac:spMk id="9" creationId="{165A3F4D-4386-AD0D-2535-5CFC1A0C3A08}"/>
          </ac:spMkLst>
        </pc:spChg>
        <pc:spChg chg="mod ord">
          <ac:chgData name="Magdalene Lim (RP)" userId="0d83deb8-e9a9-42ab-ae84-75cdb7b5bd8e" providerId="ADAL" clId="{F480144D-229B-4504-9707-A45AE5F79E10}" dt="2026-10-04T06:20:03.887" v="141" actId="1076"/>
          <ac:spMkLst>
            <pc:docMk/>
            <pc:sldMk cId="3084578416" sldId="266"/>
            <ac:spMk id="12" creationId="{B465E0B6-9FF5-FFA1-EB94-CA38770C697C}"/>
          </ac:spMkLst>
        </pc:spChg>
        <pc:picChg chg="add mod modCrop">
          <ac:chgData name="Magdalene Lim (RP)" userId="0d83deb8-e9a9-42ab-ae84-75cdb7b5bd8e" providerId="ADAL" clId="{F480144D-229B-4504-9707-A45AE5F79E10}" dt="2026-10-04T06:19:51.038" v="126" actId="1035"/>
          <ac:picMkLst>
            <pc:docMk/>
            <pc:sldMk cId="3084578416" sldId="266"/>
            <ac:picMk id="6" creationId="{921C8E90-9A16-4344-C19F-0B1AC5FD7006}"/>
          </ac:picMkLst>
        </pc:picChg>
        <pc:picChg chg="mod modCrop">
          <ac:chgData name="Magdalene Lim (RP)" userId="0d83deb8-e9a9-42ab-ae84-75cdb7b5bd8e" providerId="ADAL" clId="{F480144D-229B-4504-9707-A45AE5F79E10}" dt="2026-10-04T06:19:46.439" v="123" actId="1076"/>
          <ac:picMkLst>
            <pc:docMk/>
            <pc:sldMk cId="3084578416" sldId="266"/>
            <ac:picMk id="8" creationId="{3E1A4A56-8626-D542-3D0F-84DBB71301B0}"/>
          </ac:picMkLst>
        </pc:picChg>
        <pc:picChg chg="add mod">
          <ac:chgData name="Magdalene Lim (RP)" userId="0d83deb8-e9a9-42ab-ae84-75cdb7b5bd8e" providerId="ADAL" clId="{F480144D-229B-4504-9707-A45AE5F79E10}" dt="2026-10-04T06:19:53.634" v="131" actId="1035"/>
          <ac:picMkLst>
            <pc:docMk/>
            <pc:sldMk cId="3084578416" sldId="266"/>
            <ac:picMk id="10" creationId="{40757EBD-5A0F-3B9C-8162-8088EA61CE50}"/>
          </ac:picMkLst>
        </pc:picChg>
        <pc:picChg chg="add mod">
          <ac:chgData name="Magdalene Lim (RP)" userId="0d83deb8-e9a9-42ab-ae84-75cdb7b5bd8e" providerId="ADAL" clId="{F480144D-229B-4504-9707-A45AE5F79E10}" dt="2026-10-04T06:19:55.748" v="138" actId="1035"/>
          <ac:picMkLst>
            <pc:docMk/>
            <pc:sldMk cId="3084578416" sldId="266"/>
            <ac:picMk id="14" creationId="{C7700889-36F0-08B1-E934-173ABED42858}"/>
          </ac:picMkLst>
        </pc:picChg>
      </pc:sldChg>
      <pc:sldChg chg="addSp delSp modSp mod">
        <pc:chgData name="Magdalene Lim (RP)" userId="0d83deb8-e9a9-42ab-ae84-75cdb7b5bd8e" providerId="ADAL" clId="{F480144D-229B-4504-9707-A45AE5F79E10}" dt="2026-10-04T06:21:28.035" v="154" actId="20577"/>
        <pc:sldMkLst>
          <pc:docMk/>
          <pc:sldMk cId="1303179178" sldId="267"/>
        </pc:sldMkLst>
        <pc:spChg chg="mod">
          <ac:chgData name="Magdalene Lim (RP)" userId="0d83deb8-e9a9-42ab-ae84-75cdb7b5bd8e" providerId="ADAL" clId="{F480144D-229B-4504-9707-A45AE5F79E10}" dt="2026-10-04T06:21:28.035" v="154" actId="20577"/>
          <ac:spMkLst>
            <pc:docMk/>
            <pc:sldMk cId="1303179178" sldId="267"/>
            <ac:spMk id="3" creationId="{E8394874-3B97-2D1E-01B3-AEAFDE4F5589}"/>
          </ac:spMkLst>
        </pc:spChg>
        <pc:spChg chg="mod ord">
          <ac:chgData name="Magdalene Lim (RP)" userId="0d83deb8-e9a9-42ab-ae84-75cdb7b5bd8e" providerId="ADAL" clId="{F480144D-229B-4504-9707-A45AE5F79E10}" dt="2026-10-04T06:21:15.654" v="151" actId="1076"/>
          <ac:spMkLst>
            <pc:docMk/>
            <pc:sldMk cId="1303179178" sldId="267"/>
            <ac:spMk id="7" creationId="{4E43E747-83BD-DE37-8B82-B3637FF75143}"/>
          </ac:spMkLst>
        </pc:spChg>
        <pc:picChg chg="add mod">
          <ac:chgData name="Magdalene Lim (RP)" userId="0d83deb8-e9a9-42ab-ae84-75cdb7b5bd8e" providerId="ADAL" clId="{F480144D-229B-4504-9707-A45AE5F79E10}" dt="2026-10-04T06:21:12.536" v="150" actId="1076"/>
          <ac:picMkLst>
            <pc:docMk/>
            <pc:sldMk cId="1303179178" sldId="267"/>
            <ac:picMk id="8" creationId="{E2E42941-2264-B36E-039D-E6841DC49729}"/>
          </ac:picMkLst>
        </pc:picChg>
      </pc:sldChg>
      <pc:sldChg chg="addSp delSp modSp mod">
        <pc:chgData name="Magdalene Lim (RP)" userId="0d83deb8-e9a9-42ab-ae84-75cdb7b5bd8e" providerId="ADAL" clId="{F480144D-229B-4504-9707-A45AE5F79E10}" dt="2026-10-04T06:22:40.797" v="159" actId="1076"/>
        <pc:sldMkLst>
          <pc:docMk/>
          <pc:sldMk cId="3970751469" sldId="268"/>
        </pc:sldMkLst>
        <pc:picChg chg="add mod">
          <ac:chgData name="Magdalene Lim (RP)" userId="0d83deb8-e9a9-42ab-ae84-75cdb7b5bd8e" providerId="ADAL" clId="{F480144D-229B-4504-9707-A45AE5F79E10}" dt="2026-10-04T06:22:40.797" v="159" actId="1076"/>
          <ac:picMkLst>
            <pc:docMk/>
            <pc:sldMk cId="3970751469" sldId="268"/>
            <ac:picMk id="3" creationId="{AFB85F60-B8C2-B700-06F5-34D3FE1BA0A7}"/>
          </ac:picMkLst>
        </pc:picChg>
      </pc:sldChg>
      <pc:sldChg chg="addSp delSp modSp mod">
        <pc:chgData name="Magdalene Lim (RP)" userId="0d83deb8-e9a9-42ab-ae84-75cdb7b5bd8e" providerId="ADAL" clId="{F480144D-229B-4504-9707-A45AE5F79E10}" dt="2026-10-04T06:23:50.890" v="190" actId="1076"/>
        <pc:sldMkLst>
          <pc:docMk/>
          <pc:sldMk cId="1173280506" sldId="269"/>
        </pc:sldMkLst>
        <pc:spChg chg="mod">
          <ac:chgData name="Magdalene Lim (RP)" userId="0d83deb8-e9a9-42ab-ae84-75cdb7b5bd8e" providerId="ADAL" clId="{F480144D-229B-4504-9707-A45AE5F79E10}" dt="2026-10-04T06:23:03.166" v="181" actId="20577"/>
          <ac:spMkLst>
            <pc:docMk/>
            <pc:sldMk cId="1173280506" sldId="269"/>
            <ac:spMk id="18" creationId="{0852D27C-509E-458A-72E8-4492829FE3B7}"/>
          </ac:spMkLst>
        </pc:spChg>
        <pc:picChg chg="add mod">
          <ac:chgData name="Magdalene Lim (RP)" userId="0d83deb8-e9a9-42ab-ae84-75cdb7b5bd8e" providerId="ADAL" clId="{F480144D-229B-4504-9707-A45AE5F79E10}" dt="2026-10-04T06:23:50.890" v="190" actId="1076"/>
          <ac:picMkLst>
            <pc:docMk/>
            <pc:sldMk cId="1173280506" sldId="269"/>
            <ac:picMk id="4" creationId="{36AA54B3-EBD2-0ABA-82A6-19BD6685E678}"/>
          </ac:picMkLst>
        </pc:picChg>
      </pc:sldChg>
      <pc:sldChg chg="modSp mod">
        <pc:chgData name="Magdalene Lim (RP)" userId="0d83deb8-e9a9-42ab-ae84-75cdb7b5bd8e" providerId="ADAL" clId="{F480144D-229B-4504-9707-A45AE5F79E10}" dt="2026-10-04T06:27:53.434" v="305" actId="1076"/>
        <pc:sldMkLst>
          <pc:docMk/>
          <pc:sldMk cId="2690167749" sldId="271"/>
        </pc:sldMkLst>
        <pc:spChg chg="mod">
          <ac:chgData name="Magdalene Lim (RP)" userId="0d83deb8-e9a9-42ab-ae84-75cdb7b5bd8e" providerId="ADAL" clId="{F480144D-229B-4504-9707-A45AE5F79E10}" dt="2026-10-04T06:27:51.463" v="304" actId="20577"/>
          <ac:spMkLst>
            <pc:docMk/>
            <pc:sldMk cId="2690167749" sldId="271"/>
            <ac:spMk id="18" creationId="{0852D27C-509E-458A-72E8-4492829FE3B7}"/>
          </ac:spMkLst>
        </pc:spChg>
        <pc:picChg chg="mod">
          <ac:chgData name="Magdalene Lim (RP)" userId="0d83deb8-e9a9-42ab-ae84-75cdb7b5bd8e" providerId="ADAL" clId="{F480144D-229B-4504-9707-A45AE5F79E10}" dt="2026-10-04T06:27:53.434" v="305" actId="1076"/>
          <ac:picMkLst>
            <pc:docMk/>
            <pc:sldMk cId="2690167749" sldId="271"/>
            <ac:picMk id="3" creationId="{94B7A4D0-2357-B7EC-836A-DF5DB6242056}"/>
          </ac:picMkLst>
        </pc:picChg>
      </pc:sldChg>
      <pc:sldChg chg="modSp mod">
        <pc:chgData name="Magdalene Lim (RP)" userId="0d83deb8-e9a9-42ab-ae84-75cdb7b5bd8e" providerId="ADAL" clId="{F480144D-229B-4504-9707-A45AE5F79E10}" dt="2026-10-04T06:28:46.452" v="361" actId="20577"/>
        <pc:sldMkLst>
          <pc:docMk/>
          <pc:sldMk cId="3968481006" sldId="272"/>
        </pc:sldMkLst>
        <pc:spChg chg="mod">
          <ac:chgData name="Magdalene Lim (RP)" userId="0d83deb8-e9a9-42ab-ae84-75cdb7b5bd8e" providerId="ADAL" clId="{F480144D-229B-4504-9707-A45AE5F79E10}" dt="2026-10-04T06:28:46.452" v="361" actId="20577"/>
          <ac:spMkLst>
            <pc:docMk/>
            <pc:sldMk cId="3968481006" sldId="272"/>
            <ac:spMk id="18" creationId="{0852D27C-509E-458A-72E8-4492829FE3B7}"/>
          </ac:spMkLst>
        </pc:spChg>
      </pc:sldChg>
      <pc:sldChg chg="addSp delSp modSp mod">
        <pc:chgData name="Magdalene Lim (RP)" userId="0d83deb8-e9a9-42ab-ae84-75cdb7b5bd8e" providerId="ADAL" clId="{F480144D-229B-4504-9707-A45AE5F79E10}" dt="2026-10-04T06:45:41.682" v="1449" actId="27636"/>
        <pc:sldMkLst>
          <pc:docMk/>
          <pc:sldMk cId="112619006" sldId="273"/>
        </pc:sldMkLst>
        <pc:spChg chg="mod">
          <ac:chgData name="Magdalene Lim (RP)" userId="0d83deb8-e9a9-42ab-ae84-75cdb7b5bd8e" providerId="ADAL" clId="{F480144D-229B-4504-9707-A45AE5F79E10}" dt="2026-10-04T06:31:25.446" v="369" actId="20577"/>
          <ac:spMkLst>
            <pc:docMk/>
            <pc:sldMk cId="112619006" sldId="273"/>
            <ac:spMk id="16" creationId="{4B0151CE-49E4-5754-6938-BC108F03961B}"/>
          </ac:spMkLst>
        </pc:spChg>
        <pc:spChg chg="mod">
          <ac:chgData name="Magdalene Lim (RP)" userId="0d83deb8-e9a9-42ab-ae84-75cdb7b5bd8e" providerId="ADAL" clId="{F480144D-229B-4504-9707-A45AE5F79E10}" dt="2026-10-04T06:45:41.682" v="1449" actId="27636"/>
          <ac:spMkLst>
            <pc:docMk/>
            <pc:sldMk cId="112619006" sldId="273"/>
            <ac:spMk id="18" creationId="{0852D27C-509E-458A-72E8-4492829FE3B7}"/>
          </ac:spMkLst>
        </pc:spChg>
        <pc:picChg chg="add mod">
          <ac:chgData name="Magdalene Lim (RP)" userId="0d83deb8-e9a9-42ab-ae84-75cdb7b5bd8e" providerId="ADAL" clId="{F480144D-229B-4504-9707-A45AE5F79E10}" dt="2026-10-04T06:35:22.120" v="831" actId="1076"/>
          <ac:picMkLst>
            <pc:docMk/>
            <pc:sldMk cId="112619006" sldId="273"/>
            <ac:picMk id="4" creationId="{A2A50FE5-5BE3-BFF5-12BB-75571634C5E4}"/>
          </ac:picMkLst>
        </pc:picChg>
      </pc:sldChg>
      <pc:sldChg chg="addSp delSp modSp add mod ord">
        <pc:chgData name="Magdalene Lim (RP)" userId="0d83deb8-e9a9-42ab-ae84-75cdb7b5bd8e" providerId="ADAL" clId="{F480144D-229B-4504-9707-A45AE5F79E10}" dt="2026-10-04T06:55:05.712" v="1548" actId="1076"/>
        <pc:sldMkLst>
          <pc:docMk/>
          <pc:sldMk cId="309754170" sldId="274"/>
        </pc:sldMkLst>
        <pc:spChg chg="mod">
          <ac:chgData name="Magdalene Lim (RP)" userId="0d83deb8-e9a9-42ab-ae84-75cdb7b5bd8e" providerId="ADAL" clId="{F480144D-229B-4504-9707-A45AE5F79E10}" dt="2026-10-04T06:52:59.170" v="1540"/>
          <ac:spMkLst>
            <pc:docMk/>
            <pc:sldMk cId="309754170" sldId="274"/>
            <ac:spMk id="16" creationId="{4B0151CE-49E4-5754-6938-BC108F03961B}"/>
          </ac:spMkLst>
        </pc:spChg>
        <pc:spChg chg="mod">
          <ac:chgData name="Magdalene Lim (RP)" userId="0d83deb8-e9a9-42ab-ae84-75cdb7b5bd8e" providerId="ADAL" clId="{F480144D-229B-4504-9707-A45AE5F79E10}" dt="2026-10-04T06:53:06.070" v="1541"/>
          <ac:spMkLst>
            <pc:docMk/>
            <pc:sldMk cId="309754170" sldId="274"/>
            <ac:spMk id="18" creationId="{0852D27C-509E-458A-72E8-4492829FE3B7}"/>
          </ac:spMkLst>
        </pc:spChg>
        <pc:picChg chg="add mod">
          <ac:chgData name="Magdalene Lim (RP)" userId="0d83deb8-e9a9-42ab-ae84-75cdb7b5bd8e" providerId="ADAL" clId="{F480144D-229B-4504-9707-A45AE5F79E10}" dt="2026-10-04T06:55:05.712" v="1548" actId="1076"/>
          <ac:picMkLst>
            <pc:docMk/>
            <pc:sldMk cId="309754170" sldId="274"/>
            <ac:picMk id="7" creationId="{A0608A74-DA0B-306C-089A-FEBD142F24E8}"/>
          </ac:picMkLst>
        </pc:picChg>
      </pc:sldChg>
      <pc:sldChg chg="addSp delSp modSp add mod ord">
        <pc:chgData name="Magdalene Lim (RP)" userId="0d83deb8-e9a9-42ab-ae84-75cdb7b5bd8e" providerId="ADAL" clId="{F480144D-229B-4504-9707-A45AE5F79E10}" dt="2026-10-04T06:52:47.896" v="1537"/>
        <pc:sldMkLst>
          <pc:docMk/>
          <pc:sldMk cId="2735001997" sldId="276"/>
        </pc:sldMkLst>
        <pc:spChg chg="mod">
          <ac:chgData name="Magdalene Lim (RP)" userId="0d83deb8-e9a9-42ab-ae84-75cdb7b5bd8e" providerId="ADAL" clId="{F480144D-229B-4504-9707-A45AE5F79E10}" dt="2026-10-04T06:52:47.896" v="1537"/>
          <ac:spMkLst>
            <pc:docMk/>
            <pc:sldMk cId="2735001997" sldId="276"/>
            <ac:spMk id="2" creationId="{42C526D1-8B23-FF1C-3895-334E8FB13E7C}"/>
          </ac:spMkLst>
        </pc:spChg>
        <pc:spChg chg="mod">
          <ac:chgData name="Magdalene Lim (RP)" userId="0d83deb8-e9a9-42ab-ae84-75cdb7b5bd8e" providerId="ADAL" clId="{F480144D-229B-4504-9707-A45AE5F79E10}" dt="2026-10-04T06:52:30.555" v="1536" actId="20577"/>
          <ac:spMkLst>
            <pc:docMk/>
            <pc:sldMk cId="2735001997" sldId="276"/>
            <ac:spMk id="4" creationId="{77E1B0D6-B9A3-5CA5-F5C5-CF9427553B03}"/>
          </ac:spMkLst>
        </pc:spChg>
        <pc:spChg chg="mod">
          <ac:chgData name="Magdalene Lim (RP)" userId="0d83deb8-e9a9-42ab-ae84-75cdb7b5bd8e" providerId="ADAL" clId="{F480144D-229B-4504-9707-A45AE5F79E10}" dt="2026-10-04T06:51:48.382" v="1534" actId="1036"/>
          <ac:spMkLst>
            <pc:docMk/>
            <pc:sldMk cId="2735001997" sldId="276"/>
            <ac:spMk id="6" creationId="{62DDB0C8-90BA-EB16-3E64-57ADA324F2B5}"/>
          </ac:spMkLst>
        </pc:spChg>
        <pc:picChg chg="add mod ord">
          <ac:chgData name="Magdalene Lim (RP)" userId="0d83deb8-e9a9-42ab-ae84-75cdb7b5bd8e" providerId="ADAL" clId="{F480144D-229B-4504-9707-A45AE5F79E10}" dt="2026-10-04T06:51:48.382" v="1534" actId="1036"/>
          <ac:picMkLst>
            <pc:docMk/>
            <pc:sldMk cId="2735001997" sldId="276"/>
            <ac:picMk id="8" creationId="{92B73AF0-E203-D60C-055C-DC655E5C06F1}"/>
          </ac:picMkLst>
        </pc:picChg>
      </pc:sldChg>
      <pc:sldChg chg="addSp delSp modSp mod">
        <pc:chgData name="Magdalene Lim (RP)" userId="0d83deb8-e9a9-42ab-ae84-75cdb7b5bd8e" providerId="ADAL" clId="{F480144D-229B-4504-9707-A45AE5F79E10}" dt="2026-10-04T07:00:27.582" v="1731" actId="208"/>
        <pc:sldMkLst>
          <pc:docMk/>
          <pc:sldMk cId="2604771445" sldId="277"/>
        </pc:sldMkLst>
        <pc:spChg chg="mod">
          <ac:chgData name="Magdalene Lim (RP)" userId="0d83deb8-e9a9-42ab-ae84-75cdb7b5bd8e" providerId="ADAL" clId="{F480144D-229B-4504-9707-A45AE5F79E10}" dt="2026-10-04T06:59:01.122" v="1721"/>
          <ac:spMkLst>
            <pc:docMk/>
            <pc:sldMk cId="2604771445" sldId="277"/>
            <ac:spMk id="16" creationId="{4B0151CE-49E4-5754-6938-BC108F03961B}"/>
          </ac:spMkLst>
        </pc:spChg>
        <pc:picChg chg="add mod">
          <ac:chgData name="Magdalene Lim (RP)" userId="0d83deb8-e9a9-42ab-ae84-75cdb7b5bd8e" providerId="ADAL" clId="{F480144D-229B-4504-9707-A45AE5F79E10}" dt="2026-10-04T06:59:58.835" v="1726" actId="1076"/>
          <ac:picMkLst>
            <pc:docMk/>
            <pc:sldMk cId="2604771445" sldId="277"/>
            <ac:picMk id="3" creationId="{3F0C9D88-5BC2-3C59-79B4-0B7DA2479B60}"/>
          </ac:picMkLst>
        </pc:picChg>
        <pc:picChg chg="add mod">
          <ac:chgData name="Magdalene Lim (RP)" userId="0d83deb8-e9a9-42ab-ae84-75cdb7b5bd8e" providerId="ADAL" clId="{F480144D-229B-4504-9707-A45AE5F79E10}" dt="2026-10-04T07:00:27.582" v="1731" actId="208"/>
          <ac:picMkLst>
            <pc:docMk/>
            <pc:sldMk cId="2604771445" sldId="277"/>
            <ac:picMk id="7" creationId="{4AF8D4FD-8186-8539-3CAB-3D6D01C1A733}"/>
          </ac:picMkLst>
        </pc:picChg>
      </pc:sldChg>
      <pc:sldChg chg="addSp delSp modSp mod">
        <pc:chgData name="Magdalene Lim (RP)" userId="0d83deb8-e9a9-42ab-ae84-75cdb7b5bd8e" providerId="ADAL" clId="{F480144D-229B-4504-9707-A45AE5F79E10}" dt="2026-10-04T06:44:01.844" v="1391" actId="1076"/>
        <pc:sldMkLst>
          <pc:docMk/>
          <pc:sldMk cId="3702831350" sldId="278"/>
        </pc:sldMkLst>
        <pc:spChg chg="mod">
          <ac:chgData name="Magdalene Lim (RP)" userId="0d83deb8-e9a9-42ab-ae84-75cdb7b5bd8e" providerId="ADAL" clId="{F480144D-229B-4504-9707-A45AE5F79E10}" dt="2026-10-04T06:42:32.984" v="1368"/>
          <ac:spMkLst>
            <pc:docMk/>
            <pc:sldMk cId="3702831350" sldId="278"/>
            <ac:spMk id="2" creationId="{3624606E-F001-744C-11F5-6EF0B822B930}"/>
          </ac:spMkLst>
        </pc:spChg>
        <pc:spChg chg="mod">
          <ac:chgData name="Magdalene Lim (RP)" userId="0d83deb8-e9a9-42ab-ae84-75cdb7b5bd8e" providerId="ADAL" clId="{F480144D-229B-4504-9707-A45AE5F79E10}" dt="2026-10-04T06:42:54.259" v="1382" actId="20577"/>
          <ac:spMkLst>
            <pc:docMk/>
            <pc:sldMk cId="3702831350" sldId="278"/>
            <ac:spMk id="3" creationId="{16E60C69-6E84-4E67-BDD2-7C8DD57FC84F}"/>
          </ac:spMkLst>
        </pc:spChg>
        <pc:spChg chg="mod ord">
          <ac:chgData name="Magdalene Lim (RP)" userId="0d83deb8-e9a9-42ab-ae84-75cdb7b5bd8e" providerId="ADAL" clId="{F480144D-229B-4504-9707-A45AE5F79E10}" dt="2026-10-04T06:44:01.844" v="1391" actId="1076"/>
          <ac:spMkLst>
            <pc:docMk/>
            <pc:sldMk cId="3702831350" sldId="278"/>
            <ac:spMk id="12" creationId="{998D906D-4574-B91D-8B59-D4AE887D0445}"/>
          </ac:spMkLst>
        </pc:spChg>
        <pc:picChg chg="add mod">
          <ac:chgData name="Magdalene Lim (RP)" userId="0d83deb8-e9a9-42ab-ae84-75cdb7b5bd8e" providerId="ADAL" clId="{F480144D-229B-4504-9707-A45AE5F79E10}" dt="2026-10-04T06:43:57.738" v="1390" actId="208"/>
          <ac:picMkLst>
            <pc:docMk/>
            <pc:sldMk cId="3702831350" sldId="278"/>
            <ac:picMk id="6" creationId="{9481299F-7F7F-B07B-EDA2-808C92449087}"/>
          </ac:picMkLst>
        </pc:picChg>
        <pc:picChg chg="mod">
          <ac:chgData name="Magdalene Lim (RP)" userId="0d83deb8-e9a9-42ab-ae84-75cdb7b5bd8e" providerId="ADAL" clId="{F480144D-229B-4504-9707-A45AE5F79E10}" dt="2026-10-04T06:42:57.496" v="1383" actId="1076"/>
          <ac:picMkLst>
            <pc:docMk/>
            <pc:sldMk cId="3702831350" sldId="278"/>
            <ac:picMk id="11" creationId="{3AB9B747-2EE0-67BF-08BB-693B3179BDC4}"/>
          </ac:picMkLst>
        </pc:picChg>
      </pc:sldChg>
      <pc:sldChg chg="addSp delSp modSp mod">
        <pc:chgData name="Magdalene Lim (RP)" userId="0d83deb8-e9a9-42ab-ae84-75cdb7b5bd8e" providerId="ADAL" clId="{F480144D-229B-4504-9707-A45AE5F79E10}" dt="2026-10-04T06:45:53.832" v="1459" actId="20577"/>
        <pc:sldMkLst>
          <pc:docMk/>
          <pc:sldMk cId="2446576113" sldId="279"/>
        </pc:sldMkLst>
        <pc:spChg chg="mod">
          <ac:chgData name="Magdalene Lim (RP)" userId="0d83deb8-e9a9-42ab-ae84-75cdb7b5bd8e" providerId="ADAL" clId="{F480144D-229B-4504-9707-A45AE5F79E10}" dt="2026-10-04T06:45:53.832" v="1459" actId="20577"/>
          <ac:spMkLst>
            <pc:docMk/>
            <pc:sldMk cId="2446576113" sldId="279"/>
            <ac:spMk id="2" creationId="{1B0BF4E3-A906-90A4-F7D5-066EEEB07401}"/>
          </ac:spMkLst>
        </pc:spChg>
        <pc:picChg chg="add mod">
          <ac:chgData name="Magdalene Lim (RP)" userId="0d83deb8-e9a9-42ab-ae84-75cdb7b5bd8e" providerId="ADAL" clId="{F480144D-229B-4504-9707-A45AE5F79E10}" dt="2026-10-04T06:44:30.252" v="1394" actId="1076"/>
          <ac:picMkLst>
            <pc:docMk/>
            <pc:sldMk cId="2446576113" sldId="279"/>
            <ac:picMk id="7" creationId="{5B8E2D96-03BF-04A3-3BD2-AA57A2D8D13F}"/>
          </ac:picMkLst>
        </pc:picChg>
        <pc:picChg chg="add mod">
          <ac:chgData name="Magdalene Lim (RP)" userId="0d83deb8-e9a9-42ab-ae84-75cdb7b5bd8e" providerId="ADAL" clId="{F480144D-229B-4504-9707-A45AE5F79E10}" dt="2026-10-04T06:44:30.252" v="1394" actId="1076"/>
          <ac:picMkLst>
            <pc:docMk/>
            <pc:sldMk cId="2446576113" sldId="279"/>
            <ac:picMk id="9" creationId="{5242D0E2-E499-9943-7EAC-DA543799C454}"/>
          </ac:picMkLst>
        </pc:picChg>
        <pc:picChg chg="add mod">
          <ac:chgData name="Magdalene Lim (RP)" userId="0d83deb8-e9a9-42ab-ae84-75cdb7b5bd8e" providerId="ADAL" clId="{F480144D-229B-4504-9707-A45AE5F79E10}" dt="2026-10-04T06:44:30.252" v="1394" actId="1076"/>
          <ac:picMkLst>
            <pc:docMk/>
            <pc:sldMk cId="2446576113" sldId="279"/>
            <ac:picMk id="11" creationId="{263F34DF-253F-3E80-2C9C-D5D506D74623}"/>
          </ac:picMkLst>
        </pc:picChg>
        <pc:picChg chg="add mod">
          <ac:chgData name="Magdalene Lim (RP)" userId="0d83deb8-e9a9-42ab-ae84-75cdb7b5bd8e" providerId="ADAL" clId="{F480144D-229B-4504-9707-A45AE5F79E10}" dt="2026-10-04T06:44:30.252" v="1394" actId="1076"/>
          <ac:picMkLst>
            <pc:docMk/>
            <pc:sldMk cId="2446576113" sldId="279"/>
            <ac:picMk id="13" creationId="{85C83AF1-44A2-DEF9-971F-59ED7B8411CB}"/>
          </ac:picMkLst>
        </pc:picChg>
      </pc:sldChg>
      <pc:sldChg chg="addSp delSp modSp add mod ord">
        <pc:chgData name="Magdalene Lim (RP)" userId="0d83deb8-e9a9-42ab-ae84-75cdb7b5bd8e" providerId="ADAL" clId="{F480144D-229B-4504-9707-A45AE5F79E10}" dt="2026-10-04T06:58:44.635" v="1719" actId="20577"/>
        <pc:sldMkLst>
          <pc:docMk/>
          <pc:sldMk cId="700045935" sldId="280"/>
        </pc:sldMkLst>
        <pc:spChg chg="mod">
          <ac:chgData name="Magdalene Lim (RP)" userId="0d83deb8-e9a9-42ab-ae84-75cdb7b5bd8e" providerId="ADAL" clId="{F480144D-229B-4504-9707-A45AE5F79E10}" dt="2026-10-04T06:57:03.056" v="1575" actId="6549"/>
          <ac:spMkLst>
            <pc:docMk/>
            <pc:sldMk cId="700045935" sldId="280"/>
            <ac:spMk id="2" creationId="{17FDEF02-F3FB-B000-0717-2761A4AD561A}"/>
          </ac:spMkLst>
        </pc:spChg>
        <pc:spChg chg="mod">
          <ac:chgData name="Magdalene Lim (RP)" userId="0d83deb8-e9a9-42ab-ae84-75cdb7b5bd8e" providerId="ADAL" clId="{F480144D-229B-4504-9707-A45AE5F79E10}" dt="2026-10-04T06:58:44.635" v="1719" actId="20577"/>
          <ac:spMkLst>
            <pc:docMk/>
            <pc:sldMk cId="700045935" sldId="280"/>
            <ac:spMk id="3" creationId="{20BF0D01-EDD0-CED0-0B21-7E10684A02E3}"/>
          </ac:spMkLst>
        </pc:spChg>
        <pc:spChg chg="add mod">
          <ac:chgData name="Magdalene Lim (RP)" userId="0d83deb8-e9a9-42ab-ae84-75cdb7b5bd8e" providerId="ADAL" clId="{F480144D-229B-4504-9707-A45AE5F79E10}" dt="2026-10-04T06:58:41.932" v="1718" actId="1076"/>
          <ac:spMkLst>
            <pc:docMk/>
            <pc:sldMk cId="700045935" sldId="280"/>
            <ac:spMk id="7" creationId="{C840ACC3-9222-DD58-A92B-63A0980DB0BF}"/>
          </ac:spMkLst>
        </pc:spChg>
        <pc:picChg chg="add mod">
          <ac:chgData name="Magdalene Lim (RP)" userId="0d83deb8-e9a9-42ab-ae84-75cdb7b5bd8e" providerId="ADAL" clId="{F480144D-229B-4504-9707-A45AE5F79E10}" dt="2026-10-04T06:57:57.927" v="1582" actId="1076"/>
          <ac:picMkLst>
            <pc:docMk/>
            <pc:sldMk cId="700045935" sldId="280"/>
            <ac:picMk id="5" creationId="{481FAAA6-98D9-00C0-F0C2-767F8B142043}"/>
          </ac:picMkLst>
        </pc:picChg>
      </pc:sldChg>
      <pc:sldChg chg="addSp delSp modSp mod modNotes">
        <pc:chgData name="Magdalene Lim (RP)" userId="0d83deb8-e9a9-42ab-ae84-75cdb7b5bd8e" providerId="ADAL" clId="{F480144D-229B-4504-9707-A45AE5F79E10}" dt="2026-10-14T07:01:38.669" v="2479" actId="368"/>
        <pc:sldMkLst>
          <pc:docMk/>
          <pc:sldMk cId="1813009163" sldId="282"/>
        </pc:sldMkLst>
        <pc:spChg chg="mod">
          <ac:chgData name="Magdalene Lim (RP)" userId="0d83deb8-e9a9-42ab-ae84-75cdb7b5bd8e" providerId="ADAL" clId="{F480144D-229B-4504-9707-A45AE5F79E10}" dt="2026-10-04T07:05:08.812" v="1879" actId="14100"/>
          <ac:spMkLst>
            <pc:docMk/>
            <pc:sldMk cId="1813009163" sldId="282"/>
            <ac:spMk id="6" creationId="{6A43C3A2-D0E8-3975-DEEE-E6954D591E2E}"/>
          </ac:spMkLst>
        </pc:spChg>
        <pc:spChg chg="mod">
          <ac:chgData name="Magdalene Lim (RP)" userId="0d83deb8-e9a9-42ab-ae84-75cdb7b5bd8e" providerId="ADAL" clId="{F480144D-229B-4504-9707-A45AE5F79E10}" dt="2026-10-04T07:07:03.389" v="1901" actId="1076"/>
          <ac:spMkLst>
            <pc:docMk/>
            <pc:sldMk cId="1813009163" sldId="282"/>
            <ac:spMk id="7" creationId="{08E12B41-D79C-0F5A-6F64-4F11EB3EC285}"/>
          </ac:spMkLst>
        </pc:spChg>
        <pc:spChg chg="mod">
          <ac:chgData name="Magdalene Lim (RP)" userId="0d83deb8-e9a9-42ab-ae84-75cdb7b5bd8e" providerId="ADAL" clId="{F480144D-229B-4504-9707-A45AE5F79E10}" dt="2026-10-04T07:05:34.998" v="1888" actId="1036"/>
          <ac:spMkLst>
            <pc:docMk/>
            <pc:sldMk cId="1813009163" sldId="282"/>
            <ac:spMk id="12" creationId="{4D17F49F-2629-19A5-989A-36A3FB0E6BAC}"/>
          </ac:spMkLst>
        </pc:spChg>
        <pc:spChg chg="mod">
          <ac:chgData name="Magdalene Lim (RP)" userId="0d83deb8-e9a9-42ab-ae84-75cdb7b5bd8e" providerId="ADAL" clId="{F480144D-229B-4504-9707-A45AE5F79E10}" dt="2026-10-04T07:07:05.760" v="1902" actId="1076"/>
          <ac:spMkLst>
            <pc:docMk/>
            <pc:sldMk cId="1813009163" sldId="282"/>
            <ac:spMk id="13" creationId="{44FF27EB-9730-1A76-E559-286332D792EB}"/>
          </ac:spMkLst>
        </pc:spChg>
        <pc:spChg chg="mod">
          <ac:chgData name="Magdalene Lim (RP)" userId="0d83deb8-e9a9-42ab-ae84-75cdb7b5bd8e" providerId="ADAL" clId="{F480144D-229B-4504-9707-A45AE5F79E10}" dt="2026-10-04T07:05:31.704" v="1887" actId="1036"/>
          <ac:spMkLst>
            <pc:docMk/>
            <pc:sldMk cId="1813009163" sldId="282"/>
            <ac:spMk id="17" creationId="{77585787-5CAD-80FE-F209-CBABC20E6D83}"/>
          </ac:spMkLst>
        </pc:spChg>
        <pc:spChg chg="mod">
          <ac:chgData name="Magdalene Lim (RP)" userId="0d83deb8-e9a9-42ab-ae84-75cdb7b5bd8e" providerId="ADAL" clId="{F480144D-229B-4504-9707-A45AE5F79E10}" dt="2026-10-04T07:06:58.054" v="1900" actId="1076"/>
          <ac:spMkLst>
            <pc:docMk/>
            <pc:sldMk cId="1813009163" sldId="282"/>
            <ac:spMk id="18" creationId="{81869358-82C6-9523-D3E3-460B8EF2D27D}"/>
          </ac:spMkLst>
        </pc:spChg>
        <pc:spChg chg="mod">
          <ac:chgData name="Magdalene Lim (RP)" userId="0d83deb8-e9a9-42ab-ae84-75cdb7b5bd8e" providerId="ADAL" clId="{F480144D-229B-4504-9707-A45AE5F79E10}" dt="2026-10-04T07:07:42.624" v="1909" actId="14100"/>
          <ac:spMkLst>
            <pc:docMk/>
            <pc:sldMk cId="1813009163" sldId="282"/>
            <ac:spMk id="23" creationId="{8795F946-85AE-F51B-0062-5F301162746C}"/>
          </ac:spMkLst>
        </pc:spChg>
        <pc:spChg chg="mod">
          <ac:chgData name="Magdalene Lim (RP)" userId="0d83deb8-e9a9-42ab-ae84-75cdb7b5bd8e" providerId="ADAL" clId="{F480144D-229B-4504-9707-A45AE5F79E10}" dt="2026-10-04T07:07:20.836" v="1907" actId="1076"/>
          <ac:spMkLst>
            <pc:docMk/>
            <pc:sldMk cId="1813009163" sldId="282"/>
            <ac:spMk id="24" creationId="{038E1D44-D7F6-970D-DD09-C5757DC15A77}"/>
          </ac:spMkLst>
        </pc:spChg>
        <pc:spChg chg="mod">
          <ac:chgData name="Magdalene Lim (RP)" userId="0d83deb8-e9a9-42ab-ae84-75cdb7b5bd8e" providerId="ADAL" clId="{F480144D-229B-4504-9707-A45AE5F79E10}" dt="2026-10-04T07:06:18.791" v="1893" actId="14100"/>
          <ac:spMkLst>
            <pc:docMk/>
            <pc:sldMk cId="1813009163" sldId="282"/>
            <ac:spMk id="31" creationId="{A728A58E-C396-8D83-4E09-EB9CF55DBB6B}"/>
          </ac:spMkLst>
        </pc:spChg>
        <pc:spChg chg="mod">
          <ac:chgData name="Magdalene Lim (RP)" userId="0d83deb8-e9a9-42ab-ae84-75cdb7b5bd8e" providerId="ADAL" clId="{F480144D-229B-4504-9707-A45AE5F79E10}" dt="2026-10-04T07:07:14.638" v="1905" actId="1076"/>
          <ac:spMkLst>
            <pc:docMk/>
            <pc:sldMk cId="1813009163" sldId="282"/>
            <ac:spMk id="32" creationId="{10A6403B-3E7C-29C5-1998-9E4891C154CF}"/>
          </ac:spMkLst>
        </pc:spChg>
        <pc:spChg chg="mod">
          <ac:chgData name="Magdalene Lim (RP)" userId="0d83deb8-e9a9-42ab-ae84-75cdb7b5bd8e" providerId="ADAL" clId="{F480144D-229B-4504-9707-A45AE5F79E10}" dt="2026-10-04T07:06:50.611" v="1899" actId="14100"/>
          <ac:spMkLst>
            <pc:docMk/>
            <pc:sldMk cId="1813009163" sldId="282"/>
            <ac:spMk id="38" creationId="{A55A8B51-849E-3672-2A78-7969879D553B}"/>
          </ac:spMkLst>
        </pc:spChg>
        <pc:spChg chg="mod">
          <ac:chgData name="Magdalene Lim (RP)" userId="0d83deb8-e9a9-42ab-ae84-75cdb7b5bd8e" providerId="ADAL" clId="{F480144D-229B-4504-9707-A45AE5F79E10}" dt="2026-10-04T07:07:16.672" v="1906" actId="1076"/>
          <ac:spMkLst>
            <pc:docMk/>
            <pc:sldMk cId="1813009163" sldId="282"/>
            <ac:spMk id="39" creationId="{273CFCFF-D3EC-26E4-D711-A6654A75A9E1}"/>
          </ac:spMkLst>
        </pc:spChg>
        <pc:spChg chg="mod">
          <ac:chgData name="Magdalene Lim (RP)" userId="0d83deb8-e9a9-42ab-ae84-75cdb7b5bd8e" providerId="ADAL" clId="{F480144D-229B-4504-9707-A45AE5F79E10}" dt="2026-10-04T07:06:31.979" v="1897" actId="14100"/>
          <ac:spMkLst>
            <pc:docMk/>
            <pc:sldMk cId="1813009163" sldId="282"/>
            <ac:spMk id="41" creationId="{DBEDDA3B-E042-0A99-853D-CB03CB3E4B83}"/>
          </ac:spMkLst>
        </pc:spChg>
        <pc:spChg chg="mod">
          <ac:chgData name="Magdalene Lim (RP)" userId="0d83deb8-e9a9-42ab-ae84-75cdb7b5bd8e" providerId="ADAL" clId="{F480144D-229B-4504-9707-A45AE5F79E10}" dt="2026-10-04T07:08:57.951" v="1963" actId="1076"/>
          <ac:spMkLst>
            <pc:docMk/>
            <pc:sldMk cId="1813009163" sldId="282"/>
            <ac:spMk id="42" creationId="{A75088EC-3E3D-E936-D774-75915F087620}"/>
          </ac:spMkLst>
        </pc:spChg>
        <pc:spChg chg="add mod">
          <ac:chgData name="Magdalene Lim (RP)" userId="0d83deb8-e9a9-42ab-ae84-75cdb7b5bd8e" providerId="ADAL" clId="{F480144D-229B-4504-9707-A45AE5F79E10}" dt="2026-10-04T07:08:25.578" v="1917" actId="14100"/>
          <ac:spMkLst>
            <pc:docMk/>
            <pc:sldMk cId="1813009163" sldId="282"/>
            <ac:spMk id="63" creationId="{67C9F2EE-A262-05B7-4133-51599413D37F}"/>
          </ac:spMkLst>
        </pc:spChg>
        <pc:spChg chg="add mod">
          <ac:chgData name="Magdalene Lim (RP)" userId="0d83deb8-e9a9-42ab-ae84-75cdb7b5bd8e" providerId="ADAL" clId="{F480144D-229B-4504-9707-A45AE5F79E10}" dt="2026-10-04T07:09:01.155" v="1964" actId="1076"/>
          <ac:spMkLst>
            <pc:docMk/>
            <pc:sldMk cId="1813009163" sldId="282"/>
            <ac:spMk id="64" creationId="{155FB508-8710-661C-717C-CD0D73343D5D}"/>
          </ac:spMkLst>
        </pc:spChg>
        <pc:picChg chg="add mod ord">
          <ac:chgData name="Magdalene Lim (RP)" userId="0d83deb8-e9a9-42ab-ae84-75cdb7b5bd8e" providerId="ADAL" clId="{F480144D-229B-4504-9707-A45AE5F79E10}" dt="2026-10-04T07:04:32.940" v="1874" actId="1076"/>
          <ac:picMkLst>
            <pc:docMk/>
            <pc:sldMk cId="1813009163" sldId="282"/>
            <ac:picMk id="16" creationId="{AE62E69A-3AFE-6EFC-8763-659FA3468192}"/>
          </ac:picMkLst>
        </pc:picChg>
        <pc:cxnChg chg="mod">
          <ac:chgData name="Magdalene Lim (RP)" userId="0d83deb8-e9a9-42ab-ae84-75cdb7b5bd8e" providerId="ADAL" clId="{F480144D-229B-4504-9707-A45AE5F79E10}" dt="2026-10-04T07:07:03.389" v="1901" actId="1076"/>
          <ac:cxnSpMkLst>
            <pc:docMk/>
            <pc:sldMk cId="1813009163" sldId="282"/>
            <ac:cxnSpMk id="11" creationId="{9C17BDC4-52C5-E02F-EB31-195618ADBAEF}"/>
          </ac:cxnSpMkLst>
        </pc:cxnChg>
        <pc:cxnChg chg="mod">
          <ac:chgData name="Magdalene Lim (RP)" userId="0d83deb8-e9a9-42ab-ae84-75cdb7b5bd8e" providerId="ADAL" clId="{F480144D-229B-4504-9707-A45AE5F79E10}" dt="2026-10-04T07:07:05.760" v="1902" actId="1076"/>
          <ac:cxnSpMkLst>
            <pc:docMk/>
            <pc:sldMk cId="1813009163" sldId="282"/>
            <ac:cxnSpMk id="14" creationId="{0B070BFB-652F-DCFE-385E-51867A406819}"/>
          </ac:cxnSpMkLst>
        </pc:cxnChg>
        <pc:cxnChg chg="mod">
          <ac:chgData name="Magdalene Lim (RP)" userId="0d83deb8-e9a9-42ab-ae84-75cdb7b5bd8e" providerId="ADAL" clId="{F480144D-229B-4504-9707-A45AE5F79E10}" dt="2026-10-04T07:06:58.054" v="1900" actId="1076"/>
          <ac:cxnSpMkLst>
            <pc:docMk/>
            <pc:sldMk cId="1813009163" sldId="282"/>
            <ac:cxnSpMk id="19" creationId="{5EC6868D-14A6-8020-CCB1-8340486BDD59}"/>
          </ac:cxnSpMkLst>
        </pc:cxnChg>
        <pc:cxnChg chg="mod">
          <ac:chgData name="Magdalene Lim (RP)" userId="0d83deb8-e9a9-42ab-ae84-75cdb7b5bd8e" providerId="ADAL" clId="{F480144D-229B-4504-9707-A45AE5F79E10}" dt="2026-10-04T07:07:42.624" v="1909" actId="14100"/>
          <ac:cxnSpMkLst>
            <pc:docMk/>
            <pc:sldMk cId="1813009163" sldId="282"/>
            <ac:cxnSpMk id="25" creationId="{5FBAB007-3155-2FC9-47A4-E9D042560BE4}"/>
          </ac:cxnSpMkLst>
        </pc:cxnChg>
        <pc:cxnChg chg="mod">
          <ac:chgData name="Magdalene Lim (RP)" userId="0d83deb8-e9a9-42ab-ae84-75cdb7b5bd8e" providerId="ADAL" clId="{F480144D-229B-4504-9707-A45AE5F79E10}" dt="2026-10-04T07:07:14.638" v="1905" actId="1076"/>
          <ac:cxnSpMkLst>
            <pc:docMk/>
            <pc:sldMk cId="1813009163" sldId="282"/>
            <ac:cxnSpMk id="33" creationId="{AAA987A3-71B6-B0D2-5797-72A8FFC10E3D}"/>
          </ac:cxnSpMkLst>
        </pc:cxnChg>
        <pc:cxnChg chg="mod">
          <ac:chgData name="Magdalene Lim (RP)" userId="0d83deb8-e9a9-42ab-ae84-75cdb7b5bd8e" providerId="ADAL" clId="{F480144D-229B-4504-9707-A45AE5F79E10}" dt="2026-10-04T07:07:16.672" v="1906" actId="1076"/>
          <ac:cxnSpMkLst>
            <pc:docMk/>
            <pc:sldMk cId="1813009163" sldId="282"/>
            <ac:cxnSpMk id="40" creationId="{3514C241-0279-A1C3-619F-BAC07E1C6D76}"/>
          </ac:cxnSpMkLst>
        </pc:cxnChg>
        <pc:cxnChg chg="mod">
          <ac:chgData name="Magdalene Lim (RP)" userId="0d83deb8-e9a9-42ab-ae84-75cdb7b5bd8e" providerId="ADAL" clId="{F480144D-229B-4504-9707-A45AE5F79E10}" dt="2026-10-04T07:08:57.951" v="1963" actId="1076"/>
          <ac:cxnSpMkLst>
            <pc:docMk/>
            <pc:sldMk cId="1813009163" sldId="282"/>
            <ac:cxnSpMk id="43" creationId="{A102D1CB-C62C-71AE-3247-2051F7AB9072}"/>
          </ac:cxnSpMkLst>
        </pc:cxnChg>
        <pc:cxnChg chg="add mod">
          <ac:chgData name="Magdalene Lim (RP)" userId="0d83deb8-e9a9-42ab-ae84-75cdb7b5bd8e" providerId="ADAL" clId="{F480144D-229B-4504-9707-A45AE5F79E10}" dt="2026-10-04T07:09:01.155" v="1964" actId="1076"/>
          <ac:cxnSpMkLst>
            <pc:docMk/>
            <pc:sldMk cId="1813009163" sldId="282"/>
            <ac:cxnSpMk id="65" creationId="{E0C54A3A-B22F-090D-9ED8-D60D435D9CCF}"/>
          </ac:cxnSpMkLst>
        </pc:cxnChg>
      </pc:sldChg>
      <pc:sldChg chg="modSp mod">
        <pc:chgData name="Magdalene Lim (RP)" userId="0d83deb8-e9a9-42ab-ae84-75cdb7b5bd8e" providerId="ADAL" clId="{F480144D-229B-4504-9707-A45AE5F79E10}" dt="2026-10-04T07:02:00.231" v="1850" actId="11"/>
        <pc:sldMkLst>
          <pc:docMk/>
          <pc:sldMk cId="2272623153" sldId="310"/>
        </pc:sldMkLst>
        <pc:spChg chg="mod">
          <ac:chgData name="Magdalene Lim (RP)" userId="0d83deb8-e9a9-42ab-ae84-75cdb7b5bd8e" providerId="ADAL" clId="{F480144D-229B-4504-9707-A45AE5F79E10}" dt="2026-10-04T07:02:00.231" v="1850" actId="11"/>
          <ac:spMkLst>
            <pc:docMk/>
            <pc:sldMk cId="2272623153" sldId="310"/>
            <ac:spMk id="3" creationId="{8A900D88-F23C-7E95-DF63-F7AB8C485ED8}"/>
          </ac:spMkLst>
        </pc:spChg>
      </pc:sldChg>
      <pc:sldChg chg="modSp mod">
        <pc:chgData name="Magdalene Lim (RP)" userId="0d83deb8-e9a9-42ab-ae84-75cdb7b5bd8e" providerId="ADAL" clId="{F480144D-229B-4504-9707-A45AE5F79E10}" dt="2026-10-04T06:28:28.055" v="360" actId="20577"/>
        <pc:sldMkLst>
          <pc:docMk/>
          <pc:sldMk cId="3957319451" sldId="311"/>
        </pc:sldMkLst>
        <pc:spChg chg="mod">
          <ac:chgData name="Magdalene Lim (RP)" userId="0d83deb8-e9a9-42ab-ae84-75cdb7b5bd8e" providerId="ADAL" clId="{F480144D-229B-4504-9707-A45AE5F79E10}" dt="2026-10-04T06:28:28.055" v="360" actId="20577"/>
          <ac:spMkLst>
            <pc:docMk/>
            <pc:sldMk cId="3957319451" sldId="311"/>
            <ac:spMk id="3" creationId="{8A900D88-F23C-7E95-DF63-F7AB8C485ED8}"/>
          </ac:spMkLst>
        </pc:spChg>
      </pc:sldChg>
      <pc:sldChg chg="addSp delSp modSp mod">
        <pc:chgData name="Magdalene Lim (RP)" userId="0d83deb8-e9a9-42ab-ae84-75cdb7b5bd8e" providerId="ADAL" clId="{F480144D-229B-4504-9707-A45AE5F79E10}" dt="2026-10-04T06:09:05.463" v="20" actId="1076"/>
        <pc:sldMkLst>
          <pc:docMk/>
          <pc:sldMk cId="628275514" sldId="312"/>
        </pc:sldMkLst>
        <pc:spChg chg="mod">
          <ac:chgData name="Magdalene Lim (RP)" userId="0d83deb8-e9a9-42ab-ae84-75cdb7b5bd8e" providerId="ADAL" clId="{F480144D-229B-4504-9707-A45AE5F79E10}" dt="2026-10-04T06:07:57.386" v="9" actId="14100"/>
          <ac:spMkLst>
            <pc:docMk/>
            <pc:sldMk cId="628275514" sldId="312"/>
            <ac:spMk id="3" creationId="{383182EB-876B-9CD6-29DF-24275862E80C}"/>
          </ac:spMkLst>
        </pc:spChg>
        <pc:picChg chg="add mod">
          <ac:chgData name="Magdalene Lim (RP)" userId="0d83deb8-e9a9-42ab-ae84-75cdb7b5bd8e" providerId="ADAL" clId="{F480144D-229B-4504-9707-A45AE5F79E10}" dt="2026-10-04T06:09:02.227" v="19" actId="1076"/>
          <ac:picMkLst>
            <pc:docMk/>
            <pc:sldMk cId="628275514" sldId="312"/>
            <ac:picMk id="8" creationId="{9A0B020D-26DF-C02C-8148-1B530DB3DA89}"/>
          </ac:picMkLst>
        </pc:picChg>
        <pc:picChg chg="add mod">
          <ac:chgData name="Magdalene Lim (RP)" userId="0d83deb8-e9a9-42ab-ae84-75cdb7b5bd8e" providerId="ADAL" clId="{F480144D-229B-4504-9707-A45AE5F79E10}" dt="2026-10-04T06:09:05.463" v="20" actId="1076"/>
          <ac:picMkLst>
            <pc:docMk/>
            <pc:sldMk cId="628275514" sldId="312"/>
            <ac:picMk id="10" creationId="{ADD8E1D1-C249-D7E6-F0FB-54D45DDA5971}"/>
          </ac:picMkLst>
        </pc:picChg>
      </pc:sldChg>
      <pc:sldChg chg="modNotes">
        <pc:chgData name="Magdalene Lim (RP)" userId="0d83deb8-e9a9-42ab-ae84-75cdb7b5bd8e" providerId="ADAL" clId="{F480144D-229B-4504-9707-A45AE5F79E10}" dt="2026-10-14T07:01:38.675" v="2481" actId="368"/>
        <pc:sldMkLst>
          <pc:docMk/>
          <pc:sldMk cId="1190770133" sldId="316"/>
        </pc:sldMkLst>
      </pc:sldChg>
      <pc:sldChg chg="addSp delSp modSp add mod">
        <pc:chgData name="Magdalene Lim (RP)" userId="0d83deb8-e9a9-42ab-ae84-75cdb7b5bd8e" providerId="ADAL" clId="{F480144D-229B-4504-9707-A45AE5F79E10}" dt="2026-10-04T06:42:05.293" v="1366" actId="1076"/>
        <pc:sldMkLst>
          <pc:docMk/>
          <pc:sldMk cId="3138985366" sldId="318"/>
        </pc:sldMkLst>
        <pc:spChg chg="mod">
          <ac:chgData name="Magdalene Lim (RP)" userId="0d83deb8-e9a9-42ab-ae84-75cdb7b5bd8e" providerId="ADAL" clId="{F480144D-229B-4504-9707-A45AE5F79E10}" dt="2026-10-04T06:39:45.055" v="1335" actId="20577"/>
          <ac:spMkLst>
            <pc:docMk/>
            <pc:sldMk cId="3138985366" sldId="318"/>
            <ac:spMk id="16" creationId="{AC494DCD-9AA0-5692-35F0-8D6004446E3D}"/>
          </ac:spMkLst>
        </pc:spChg>
        <pc:spChg chg="mod">
          <ac:chgData name="Magdalene Lim (RP)" userId="0d83deb8-e9a9-42ab-ae84-75cdb7b5bd8e" providerId="ADAL" clId="{F480144D-229B-4504-9707-A45AE5F79E10}" dt="2026-10-04T06:41:49.553" v="1361" actId="404"/>
          <ac:spMkLst>
            <pc:docMk/>
            <pc:sldMk cId="3138985366" sldId="318"/>
            <ac:spMk id="18" creationId="{3272EAFF-86C6-F616-ED9D-49E1C771DE23}"/>
          </ac:spMkLst>
        </pc:spChg>
        <pc:picChg chg="add mod">
          <ac:chgData name="Magdalene Lim (RP)" userId="0d83deb8-e9a9-42ab-ae84-75cdb7b5bd8e" providerId="ADAL" clId="{F480144D-229B-4504-9707-A45AE5F79E10}" dt="2026-10-04T06:42:05.293" v="1366" actId="1076"/>
          <ac:picMkLst>
            <pc:docMk/>
            <pc:sldMk cId="3138985366" sldId="318"/>
            <ac:picMk id="4" creationId="{5288C5BF-C3C8-851E-237D-439017D7F672}"/>
          </ac:picMkLst>
        </pc:picChg>
        <pc:picChg chg="add mod">
          <ac:chgData name="Magdalene Lim (RP)" userId="0d83deb8-e9a9-42ab-ae84-75cdb7b5bd8e" providerId="ADAL" clId="{F480144D-229B-4504-9707-A45AE5F79E10}" dt="2026-10-04T06:42:01.125" v="1365" actId="208"/>
          <ac:picMkLst>
            <pc:docMk/>
            <pc:sldMk cId="3138985366" sldId="318"/>
            <ac:picMk id="7" creationId="{AB6BD935-3B53-80EC-F899-7CEC712D1DA2}"/>
          </ac:picMkLst>
        </pc:picChg>
        <pc:picChg chg="add mod">
          <ac:chgData name="Magdalene Lim (RP)" userId="0d83deb8-e9a9-42ab-ae84-75cdb7b5bd8e" providerId="ADAL" clId="{F480144D-229B-4504-9707-A45AE5F79E10}" dt="2026-10-04T06:42:01.125" v="1365" actId="208"/>
          <ac:picMkLst>
            <pc:docMk/>
            <pc:sldMk cId="3138985366" sldId="318"/>
            <ac:picMk id="9" creationId="{57A204E8-3360-2BEE-321E-3D0EFFD48579}"/>
          </ac:picMkLst>
        </pc:picChg>
        <pc:picChg chg="add mod">
          <ac:chgData name="Magdalene Lim (RP)" userId="0d83deb8-e9a9-42ab-ae84-75cdb7b5bd8e" providerId="ADAL" clId="{F480144D-229B-4504-9707-A45AE5F79E10}" dt="2026-10-04T06:42:01.125" v="1365" actId="208"/>
          <ac:picMkLst>
            <pc:docMk/>
            <pc:sldMk cId="3138985366" sldId="318"/>
            <ac:picMk id="11" creationId="{DC9C2E0F-6CA4-3D97-DE9B-58354F12D3BC}"/>
          </ac:picMkLst>
        </pc:picChg>
      </pc:sldChg>
      <pc:sldChg chg="addSp delSp modSp add mod">
        <pc:chgData name="Magdalene Lim (RP)" userId="0d83deb8-e9a9-42ab-ae84-75cdb7b5bd8e" providerId="ADAL" clId="{F480144D-229B-4504-9707-A45AE5F79E10}" dt="2026-10-04T07:03:04.793" v="1858" actId="1076"/>
        <pc:sldMkLst>
          <pc:docMk/>
          <pc:sldMk cId="586025053" sldId="319"/>
        </pc:sldMkLst>
        <pc:spChg chg="add mod">
          <ac:chgData name="Magdalene Lim (RP)" userId="0d83deb8-e9a9-42ab-ae84-75cdb7b5bd8e" providerId="ADAL" clId="{F480144D-229B-4504-9707-A45AE5F79E10}" dt="2026-10-04T07:03:04.793" v="1858" actId="1076"/>
          <ac:spMkLst>
            <pc:docMk/>
            <pc:sldMk cId="586025053" sldId="319"/>
            <ac:spMk id="5" creationId="{DFDC7E49-F784-B3CF-F87E-DB04856D8A54}"/>
          </ac:spMkLst>
        </pc:spChg>
        <pc:spChg chg="mod">
          <ac:chgData name="Magdalene Lim (RP)" userId="0d83deb8-e9a9-42ab-ae84-75cdb7b5bd8e" providerId="ADAL" clId="{F480144D-229B-4504-9707-A45AE5F79E10}" dt="2026-10-04T06:56:15.372" v="1562" actId="113"/>
          <ac:spMkLst>
            <pc:docMk/>
            <pc:sldMk cId="586025053" sldId="319"/>
            <ac:spMk id="18" creationId="{8C6E6BAD-C5DB-CB67-9927-B78B6B7024CD}"/>
          </ac:spMkLst>
        </pc:spChg>
        <pc:picChg chg="add ord">
          <ac:chgData name="Magdalene Lim (RP)" userId="0d83deb8-e9a9-42ab-ae84-75cdb7b5bd8e" providerId="ADAL" clId="{F480144D-229B-4504-9707-A45AE5F79E10}" dt="2026-10-04T07:03:01.526" v="1857" actId="167"/>
          <ac:picMkLst>
            <pc:docMk/>
            <pc:sldMk cId="586025053" sldId="319"/>
            <ac:picMk id="7" creationId="{86C3E237-8A0E-5A46-9262-0FDB29DCF381}"/>
          </ac:picMkLst>
        </pc:picChg>
      </pc:sldChg>
      <pc:sldChg chg="addSp delSp modSp new mod">
        <pc:chgData name="Magdalene Lim (RP)" userId="0d83deb8-e9a9-42ab-ae84-75cdb7b5bd8e" providerId="ADAL" clId="{F480144D-229B-4504-9707-A45AE5F79E10}" dt="2026-10-04T07:53:41.968" v="2466" actId="1076"/>
        <pc:sldMkLst>
          <pc:docMk/>
          <pc:sldMk cId="494290493" sldId="320"/>
        </pc:sldMkLst>
        <pc:spChg chg="mod">
          <ac:chgData name="Magdalene Lim (RP)" userId="0d83deb8-e9a9-42ab-ae84-75cdb7b5bd8e" providerId="ADAL" clId="{F480144D-229B-4504-9707-A45AE5F79E10}" dt="2026-10-04T07:49:39.314" v="2303" actId="20577"/>
          <ac:spMkLst>
            <pc:docMk/>
            <pc:sldMk cId="494290493" sldId="320"/>
            <ac:spMk id="2" creationId="{08A577DF-4939-7C66-5DAE-D0B3D14497EA}"/>
          </ac:spMkLst>
        </pc:spChg>
        <pc:spChg chg="mod">
          <ac:chgData name="Magdalene Lim (RP)" userId="0d83deb8-e9a9-42ab-ae84-75cdb7b5bd8e" providerId="ADAL" clId="{F480144D-229B-4504-9707-A45AE5F79E10}" dt="2026-10-04T07:44:44.897" v="2041" actId="27636"/>
          <ac:spMkLst>
            <pc:docMk/>
            <pc:sldMk cId="494290493" sldId="320"/>
            <ac:spMk id="3" creationId="{7FBA25D4-91F2-2209-6388-E90D1B831C52}"/>
          </ac:spMkLst>
        </pc:spChg>
        <pc:spChg chg="add mod">
          <ac:chgData name="Magdalene Lim (RP)" userId="0d83deb8-e9a9-42ab-ae84-75cdb7b5bd8e" providerId="ADAL" clId="{F480144D-229B-4504-9707-A45AE5F79E10}" dt="2026-10-04T07:53:41.968" v="2466" actId="1076"/>
          <ac:spMkLst>
            <pc:docMk/>
            <pc:sldMk cId="494290493" sldId="320"/>
            <ac:spMk id="10" creationId="{DCCBD77E-8CB1-F62F-BD5C-1B23B03ABDDD}"/>
          </ac:spMkLst>
        </pc:spChg>
      </pc:sldChg>
      <pc:sldChg chg="addSp delSp modSp new mod">
        <pc:chgData name="Magdalene Lim (RP)" userId="0d83deb8-e9a9-42ab-ae84-75cdb7b5bd8e" providerId="ADAL" clId="{F480144D-229B-4504-9707-A45AE5F79E10}" dt="2026-10-04T07:53:43.989" v="2467" actId="22"/>
        <pc:sldMkLst>
          <pc:docMk/>
          <pc:sldMk cId="3365612014" sldId="321"/>
        </pc:sldMkLst>
        <pc:spChg chg="mod">
          <ac:chgData name="Magdalene Lim (RP)" userId="0d83deb8-e9a9-42ab-ae84-75cdb7b5bd8e" providerId="ADAL" clId="{F480144D-229B-4504-9707-A45AE5F79E10}" dt="2026-10-04T07:51:26.501" v="2414" actId="20577"/>
          <ac:spMkLst>
            <pc:docMk/>
            <pc:sldMk cId="3365612014" sldId="321"/>
            <ac:spMk id="2" creationId="{19E72AC7-EF42-57CC-A912-D6A9011A8CDD}"/>
          </ac:spMkLst>
        </pc:spChg>
        <pc:spChg chg="mod">
          <ac:chgData name="Magdalene Lim (RP)" userId="0d83deb8-e9a9-42ab-ae84-75cdb7b5bd8e" providerId="ADAL" clId="{F480144D-229B-4504-9707-A45AE5F79E10}" dt="2026-10-04T07:50:01.119" v="2307" actId="27636"/>
          <ac:spMkLst>
            <pc:docMk/>
            <pc:sldMk cId="3365612014" sldId="321"/>
            <ac:spMk id="3" creationId="{42828A41-4490-B1C3-7285-148B7D4B1CE6}"/>
          </ac:spMkLst>
        </pc:spChg>
        <pc:spChg chg="add">
          <ac:chgData name="Magdalene Lim (RP)" userId="0d83deb8-e9a9-42ab-ae84-75cdb7b5bd8e" providerId="ADAL" clId="{F480144D-229B-4504-9707-A45AE5F79E10}" dt="2026-10-04T07:53:43.989" v="2467" actId="22"/>
          <ac:spMkLst>
            <pc:docMk/>
            <pc:sldMk cId="3365612014" sldId="321"/>
            <ac:spMk id="7" creationId="{D7E986DE-F4A2-1415-6951-496257AC2F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65C12-BC72-41F1-8FD7-C73E9499E8A8}" type="datetimeFigureOut">
              <a:rPr lang="en-SG" smtClean="0"/>
              <a:t>27/10/2026</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E7EF41-D5E5-46BF-9206-0EDF59036608}" type="slidenum">
              <a:rPr lang="en-SG" smtClean="0"/>
              <a:t>‹#›</a:t>
            </a:fld>
            <a:endParaRPr lang="en-SG"/>
          </a:p>
        </p:txBody>
      </p:sp>
    </p:spTree>
    <p:extLst>
      <p:ext uri="{BB962C8B-B14F-4D97-AF65-F5344CB8AC3E}">
        <p14:creationId xmlns:p14="http://schemas.microsoft.com/office/powerpoint/2010/main" val="1710977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a:t>
            </a:fld>
            <a:endParaRPr lang="en-SG"/>
          </a:p>
        </p:txBody>
      </p:sp>
    </p:spTree>
    <p:extLst>
      <p:ext uri="{BB962C8B-B14F-4D97-AF65-F5344CB8AC3E}">
        <p14:creationId xmlns:p14="http://schemas.microsoft.com/office/powerpoint/2010/main" val="2890822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26</a:t>
            </a:fld>
            <a:endParaRPr lang="en-SG"/>
          </a:p>
        </p:txBody>
      </p:sp>
    </p:spTree>
    <p:extLst>
      <p:ext uri="{BB962C8B-B14F-4D97-AF65-F5344CB8AC3E}">
        <p14:creationId xmlns:p14="http://schemas.microsoft.com/office/powerpoint/2010/main" val="1816042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29</a:t>
            </a:fld>
            <a:endParaRPr lang="en-SG"/>
          </a:p>
        </p:txBody>
      </p:sp>
    </p:spTree>
    <p:extLst>
      <p:ext uri="{BB962C8B-B14F-4D97-AF65-F5344CB8AC3E}">
        <p14:creationId xmlns:p14="http://schemas.microsoft.com/office/powerpoint/2010/main" val="2278936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30</a:t>
            </a:fld>
            <a:endParaRPr lang="en-SG"/>
          </a:p>
        </p:txBody>
      </p:sp>
    </p:spTree>
    <p:extLst>
      <p:ext uri="{BB962C8B-B14F-4D97-AF65-F5344CB8AC3E}">
        <p14:creationId xmlns:p14="http://schemas.microsoft.com/office/powerpoint/2010/main" val="145465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5FE7EF41-D5E5-46BF-9206-0EDF59036608}" type="slidenum">
              <a:rPr lang="en-SG" smtClean="0"/>
              <a:t>33</a:t>
            </a:fld>
            <a:endParaRPr lang="en-SG"/>
          </a:p>
        </p:txBody>
      </p:sp>
    </p:spTree>
    <p:extLst>
      <p:ext uri="{BB962C8B-B14F-4D97-AF65-F5344CB8AC3E}">
        <p14:creationId xmlns:p14="http://schemas.microsoft.com/office/powerpoint/2010/main" val="23881932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age">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766"/>
            <a:ext cx="9144000" cy="6858000"/>
          </a:xfrm>
          <a:prstGeom prst="rect">
            <a:avLst/>
          </a:prstGeom>
        </p:spPr>
      </p:pic>
      <p:sp>
        <p:nvSpPr>
          <p:cNvPr id="2" name="Title 1"/>
          <p:cNvSpPr>
            <a:spLocks noGrp="1"/>
          </p:cNvSpPr>
          <p:nvPr>
            <p:ph type="ctrTitle" hasCustomPrompt="1"/>
          </p:nvPr>
        </p:nvSpPr>
        <p:spPr>
          <a:xfrm>
            <a:off x="1044004" y="1935048"/>
            <a:ext cx="5104098" cy="1360445"/>
          </a:xfrm>
          <a:prstGeom prst="rect">
            <a:avLst/>
          </a:prstGeom>
        </p:spPr>
        <p:txBody>
          <a:bodyPr anchor="t" anchorCtr="0">
            <a:normAutofit/>
          </a:bodyPr>
          <a:lstStyle>
            <a:lvl1pPr marL="0" algn="l">
              <a:lnSpc>
                <a:spcPts val="3750"/>
              </a:lnSpc>
              <a:spcBef>
                <a:spcPts val="0"/>
              </a:spcBef>
              <a:defRPr sz="4125" baseline="0">
                <a:solidFill>
                  <a:schemeClr val="bg1">
                    <a:lumMod val="50000"/>
                  </a:schemeClr>
                </a:solidFill>
                <a:latin typeface="Arial"/>
                <a:cs typeface="Arial"/>
              </a:defRPr>
            </a:lvl1pPr>
          </a:lstStyle>
          <a:p>
            <a:r>
              <a:rPr lang="en-US"/>
              <a:t>COVER PAGE</a:t>
            </a:r>
            <a:br>
              <a:rPr lang="en-US"/>
            </a:br>
            <a:r>
              <a:rPr lang="en-US"/>
              <a:t>TEMPLATE</a:t>
            </a:r>
          </a:p>
        </p:txBody>
      </p:sp>
      <p:sp>
        <p:nvSpPr>
          <p:cNvPr id="6" name="Text Placeholder 5"/>
          <p:cNvSpPr>
            <a:spLocks noGrp="1"/>
          </p:cNvSpPr>
          <p:nvPr>
            <p:ph type="body" sz="quarter" idx="10" hasCustomPrompt="1"/>
          </p:nvPr>
        </p:nvSpPr>
        <p:spPr>
          <a:xfrm>
            <a:off x="1044004" y="3295487"/>
            <a:ext cx="5104098" cy="498475"/>
          </a:xfrm>
          <a:prstGeom prst="rect">
            <a:avLst/>
          </a:prstGeom>
        </p:spPr>
        <p:txBody>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stStyle>
          <a:p>
            <a:pPr lvl="0"/>
            <a:r>
              <a:rPr lang="en-US"/>
              <a:t>Sub header</a:t>
            </a:r>
          </a:p>
        </p:txBody>
      </p:sp>
      <p:pic>
        <p:nvPicPr>
          <p:cNvPr id="10242" name="Picture 2" descr="C:\Documents and Settings\xinjie\Desktop\RPSG Stuffs\Letterheads_hires\letterhead_logos.png"/>
          <p:cNvPicPr>
            <a:picLocks noChangeAspect="1" noChangeArrowheads="1"/>
          </p:cNvPicPr>
          <p:nvPr/>
        </p:nvPicPr>
        <p:blipFill>
          <a:blip r:embed="rId3"/>
          <a:srcRect/>
          <a:stretch>
            <a:fillRect/>
          </a:stretch>
        </p:blipFill>
        <p:spPr bwMode="auto">
          <a:xfrm>
            <a:off x="162563" y="6207760"/>
            <a:ext cx="4715969" cy="505426"/>
          </a:xfrm>
          <a:prstGeom prst="rect">
            <a:avLst/>
          </a:prstGeom>
          <a:noFill/>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684812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Title 1"/>
          <p:cNvSpPr>
            <a:spLocks noGrp="1"/>
          </p:cNvSpPr>
          <p:nvPr>
            <p:ph type="ctrTitle" hasCustomPrompt="1"/>
          </p:nvPr>
        </p:nvSpPr>
        <p:spPr>
          <a:xfrm>
            <a:off x="929704" y="2542980"/>
            <a:ext cx="5104098" cy="1236768"/>
          </a:xfrm>
          <a:prstGeom prst="rect">
            <a:avLst/>
          </a:prstGeom>
        </p:spPr>
        <p:txBody>
          <a:bodyPr anchor="t" anchorCtr="0">
            <a:normAutofit/>
          </a:bodyPr>
          <a:lstStyle>
            <a:lvl1pPr marL="0" algn="l">
              <a:lnSpc>
                <a:spcPts val="3750"/>
              </a:lnSpc>
              <a:spcBef>
                <a:spcPts val="0"/>
              </a:spcBef>
              <a:defRPr sz="4125" baseline="0">
                <a:solidFill>
                  <a:schemeClr val="bg1">
                    <a:lumMod val="50000"/>
                  </a:schemeClr>
                </a:solidFill>
                <a:latin typeface="Arial"/>
                <a:cs typeface="Arial"/>
              </a:defRPr>
            </a:lvl1pPr>
          </a:lstStyle>
          <a:p>
            <a:r>
              <a:rPr lang="en-US"/>
              <a:t>COVER PAGE</a:t>
            </a:r>
            <a:br>
              <a:rPr lang="en-US"/>
            </a:br>
            <a:r>
              <a:rPr lang="en-US"/>
              <a:t>TEMPLATE</a:t>
            </a:r>
          </a:p>
        </p:txBody>
      </p:sp>
      <p:sp>
        <p:nvSpPr>
          <p:cNvPr id="12" name="Text Placeholder 5"/>
          <p:cNvSpPr>
            <a:spLocks noGrp="1"/>
          </p:cNvSpPr>
          <p:nvPr>
            <p:ph type="body" sz="quarter" idx="10" hasCustomPrompt="1"/>
          </p:nvPr>
        </p:nvSpPr>
        <p:spPr>
          <a:xfrm>
            <a:off x="929704" y="3813451"/>
            <a:ext cx="5104098" cy="453159"/>
          </a:xfrm>
          <a:prstGeom prst="rect">
            <a:avLst/>
          </a:prstGeom>
        </p:spPr>
        <p:txBody>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stStyle>
          <a:p>
            <a:pPr lvl="0"/>
            <a:r>
              <a:rPr lang="en-US"/>
              <a:t>Sub header</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082253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 y="0"/>
            <a:ext cx="9143999" cy="6858000"/>
          </a:xfrm>
          <a:prstGeom prst="rect">
            <a:avLst/>
          </a:prstGeom>
        </p:spPr>
      </p:pic>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275184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cxnSp>
        <p:nvCxnSpPr>
          <p:cNvPr id="7" name="Straight Connector 6"/>
          <p:cNvCxnSpPr/>
          <p:nvPr/>
        </p:nvCxnSpPr>
        <p:spPr>
          <a:xfrm flipV="1">
            <a:off x="665610" y="865309"/>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8" name="Picture 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2387910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hart Placeholder 9"/>
          <p:cNvSpPr>
            <a:spLocks noGrp="1"/>
          </p:cNvSpPr>
          <p:nvPr>
            <p:ph type="chart" sz="quarter" idx="14"/>
          </p:nvPr>
        </p:nvSpPr>
        <p:spPr>
          <a:xfrm>
            <a:off x="4927600" y="1651000"/>
            <a:ext cx="3558606" cy="3759200"/>
          </a:xfrm>
          <a:prstGeom prst="rect">
            <a:avLst/>
          </a:prstGeom>
        </p:spPr>
        <p:txBody>
          <a:bodyPr/>
          <a:lstStyle>
            <a:lvl1pPr>
              <a:defRPr sz="1800"/>
            </a:lvl1pPr>
          </a:lstStyle>
          <a:p>
            <a:r>
              <a:rPr lang="en-US"/>
              <a:t>Click icon to add chart</a:t>
            </a:r>
            <a:endParaRPr lang="en-GB"/>
          </a:p>
        </p:txBody>
      </p:sp>
      <p:pic>
        <p:nvPicPr>
          <p:cNvPr id="9" name="Picture 8"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49053"/>
            <a:ext cx="1248980" cy="404131"/>
          </a:xfrm>
          <a:prstGeom prst="rect">
            <a:avLst/>
          </a:prstGeom>
        </p:spPr>
      </p:pic>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7" name="Picture 16"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162918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4" name="Picture 13"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1197293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able Placeholder 8"/>
          <p:cNvSpPr>
            <a:spLocks noGrp="1"/>
          </p:cNvSpPr>
          <p:nvPr>
            <p:ph type="tbl" sz="quarter" idx="14"/>
          </p:nvPr>
        </p:nvSpPr>
        <p:spPr>
          <a:xfrm>
            <a:off x="4851403" y="1651000"/>
            <a:ext cx="3635375" cy="3759200"/>
          </a:xfrm>
          <a:prstGeom prst="rect">
            <a:avLst/>
          </a:prstGeom>
        </p:spPr>
        <p:txBody>
          <a:bodyPr/>
          <a:lstStyle>
            <a:lvl1pPr>
              <a:defRPr sz="1800"/>
            </a:lvl1pPr>
          </a:lstStyle>
          <a:p>
            <a:r>
              <a:rPr lang="en-US"/>
              <a:t>Click icon to add table</a:t>
            </a:r>
            <a:endParaRPr lang="en-GB"/>
          </a:p>
        </p:txBody>
      </p:sp>
      <p:sp>
        <p:nvSpPr>
          <p:cNvPr id="13"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4" name="Picture 13"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8928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2" name="Picture 11"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89690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5" name="Picture 4"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121008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0" y="6"/>
            <a:ext cx="9144000" cy="5786651"/>
          </a:xfrm>
          <a:prstGeom prst="rect">
            <a:avLst/>
          </a:prstGeom>
          <a:gradFill>
            <a:gsLst>
              <a:gs pos="100000">
                <a:schemeClr val="bg1">
                  <a:lumMod val="65000"/>
                </a:schemeClr>
              </a:gs>
              <a:gs pos="0">
                <a:schemeClr val="bg1"/>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5"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6" name="Picture 5"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154269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Text Placeholder 9"/>
          <p:cNvSpPr>
            <a:spLocks noGrp="1"/>
          </p:cNvSpPr>
          <p:nvPr>
            <p:ph type="body" sz="quarter" idx="13" hasCustomPrompt="1"/>
          </p:nvPr>
        </p:nvSpPr>
        <p:spPr>
          <a:xfrm>
            <a:off x="914400" y="2697163"/>
            <a:ext cx="7571806" cy="3025262"/>
          </a:xfrm>
          <a:prstGeom prst="rect">
            <a:avLst/>
          </a:prstGeom>
        </p:spPr>
        <p:txBody>
          <a:bodyPr/>
          <a:lstStyle>
            <a:lvl1pPr marL="0" indent="0">
              <a:buFontTx/>
              <a:buNone/>
              <a:defRPr sz="3000">
                <a:solidFill>
                  <a:schemeClr val="bg1">
                    <a:lumMod val="50000"/>
                  </a:schemeClr>
                </a:solidFill>
              </a:defRPr>
            </a:lvl1pPr>
            <a:lvl2pPr marL="0" indent="0">
              <a:buFontTx/>
              <a:buNone/>
              <a:defRPr sz="1800" b="0">
                <a:solidFill>
                  <a:srgbClr val="E6550B"/>
                </a:solidFill>
              </a:defRPr>
            </a:lvl2pPr>
            <a:lvl3pPr marL="685800" indent="0">
              <a:buNone/>
              <a:defRPr>
                <a:solidFill>
                  <a:schemeClr val="bg1">
                    <a:lumMod val="50000"/>
                  </a:schemeClr>
                </a:solidFill>
              </a:defRPr>
            </a:lvl3pPr>
            <a:lvl4pPr marL="1028700" indent="0">
              <a:buNone/>
              <a:defRPr>
                <a:solidFill>
                  <a:schemeClr val="bg1">
                    <a:lumMod val="50000"/>
                  </a:schemeClr>
                </a:solidFill>
              </a:defRPr>
            </a:lvl4pPr>
            <a:lvl5pPr marL="1371600" indent="0">
              <a:buNone/>
              <a:defRPr>
                <a:solidFill>
                  <a:schemeClr val="bg1">
                    <a:lumMod val="50000"/>
                  </a:schemeClr>
                </a:solidFill>
              </a:defRPr>
            </a:lvl5pPr>
          </a:lstStyle>
          <a:p>
            <a:pPr lvl="0"/>
            <a:r>
              <a:rPr lang="en-US"/>
              <a:t>THANK YOU!</a:t>
            </a:r>
          </a:p>
          <a:p>
            <a:pPr lvl="1"/>
            <a:r>
              <a:rPr lang="en-US"/>
              <a:t>Second level (speaker name)</a:t>
            </a:r>
            <a:endParaRPr lang="en-GB"/>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522800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241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97900">
            <a:off x="-371953" y="-479031"/>
            <a:ext cx="4518775" cy="2717836"/>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5"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6" name="Picture 15"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499430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2"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3" name="Picture 12"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6"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sp>
        <p:nvSpPr>
          <p:cNvPr id="17"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35437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1" name="Title 1"/>
          <p:cNvSpPr txBox="1">
            <a:spLocks/>
          </p:cNvSpPr>
          <p:nvPr/>
        </p:nvSpPr>
        <p:spPr>
          <a:xfrm>
            <a:off x="1504337" y="175322"/>
            <a:ext cx="6046839" cy="311041"/>
          </a:xfrm>
          <a:prstGeom prst="rect">
            <a:avLst/>
          </a:prstGeom>
        </p:spPr>
        <p:txBody>
          <a:bodyPr vert="horz" lIns="66866" tIns="33433" rIns="66866" bIns="33433" rtlCol="0" anchor="ctr">
            <a:noAutofit/>
          </a:bodyPr>
          <a:lstStyle>
            <a:lvl1pPr algn="ctr" defTabSz="2952323" rtl="0" eaLnBrk="1" latinLnBrk="0" hangingPunct="1">
              <a:spcBef>
                <a:spcPct val="0"/>
              </a:spcBef>
              <a:buNone/>
              <a:defRPr sz="9800" b="1" kern="1200">
                <a:solidFill>
                  <a:schemeClr val="tx1"/>
                </a:solidFill>
                <a:latin typeface="Arial" pitchFamily="34" charset="0"/>
                <a:ea typeface="+mj-ea"/>
                <a:cs typeface="Arial" pitchFamily="34" charset="0"/>
              </a:defRPr>
            </a:lvl1pPr>
          </a:lstStyle>
          <a:p>
            <a:r>
              <a:rPr lang="en-US" sz="1500" baseline="0">
                <a:solidFill>
                  <a:srgbClr val="DC4405"/>
                </a:solidFill>
                <a:latin typeface="Verdana" panose="020B0604030504040204" pitchFamily="34" charset="0"/>
              </a:rPr>
              <a:t>Diploma in Financial Technology ( DFT ) </a:t>
            </a:r>
          </a:p>
        </p:txBody>
      </p:sp>
      <p:sp>
        <p:nvSpPr>
          <p:cNvPr id="12"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3" name="Picture 12"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4" name="Title 1"/>
          <p:cNvSpPr>
            <a:spLocks noGrp="1"/>
          </p:cNvSpPr>
          <p:nvPr>
            <p:ph type="title"/>
          </p:nvPr>
        </p:nvSpPr>
        <p:spPr>
          <a:xfrm>
            <a:off x="593655" y="661673"/>
            <a:ext cx="8229600" cy="1143000"/>
          </a:xfrm>
          <a:prstGeom prst="rect">
            <a:avLst/>
          </a:prstGeom>
        </p:spPr>
        <p:txBody>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444265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0445-D9C3-26FB-219C-DF817F72DAB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SG"/>
          </a:p>
        </p:txBody>
      </p:sp>
      <p:sp>
        <p:nvSpPr>
          <p:cNvPr id="3" name="Subtitle 2">
            <a:extLst>
              <a:ext uri="{FF2B5EF4-FFF2-40B4-BE49-F238E27FC236}">
                <a16:creationId xmlns:a16="http://schemas.microsoft.com/office/drawing/2014/main" id="{08CAF6A0-BF68-764B-3DB8-30A975A5C0B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776447A-E216-27D7-15AB-32BDA6358D72}"/>
              </a:ext>
            </a:extLst>
          </p:cNvPr>
          <p:cNvSpPr>
            <a:spLocks noGrp="1"/>
          </p:cNvSpPr>
          <p:nvPr>
            <p:ph type="dt" sz="half" idx="10"/>
          </p:nvPr>
        </p:nvSpPr>
        <p:spPr/>
        <p:txBody>
          <a:bodyPr/>
          <a:lstStyle/>
          <a:p>
            <a:fld id="{280FCFD0-F4FD-4C13-B227-12969CAB87ED}" type="datetimeFigureOut">
              <a:rPr lang="en-SG" smtClean="0"/>
              <a:t>27/10/2026</a:t>
            </a:fld>
            <a:endParaRPr lang="en-SG"/>
          </a:p>
        </p:txBody>
      </p:sp>
      <p:sp>
        <p:nvSpPr>
          <p:cNvPr id="5" name="Footer Placeholder 4">
            <a:extLst>
              <a:ext uri="{FF2B5EF4-FFF2-40B4-BE49-F238E27FC236}">
                <a16:creationId xmlns:a16="http://schemas.microsoft.com/office/drawing/2014/main" id="{01664C34-AE88-16A1-E787-4DBC3625027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26BA192-5B6C-85B9-6164-AE99A9109846}"/>
              </a:ext>
            </a:extLst>
          </p:cNvPr>
          <p:cNvSpPr>
            <a:spLocks noGrp="1"/>
          </p:cNvSpPr>
          <p:nvPr>
            <p:ph type="sldNum" sz="quarter" idx="12"/>
          </p:nvPr>
        </p:nvSpPr>
        <p:spPr/>
        <p:txBody>
          <a:bodyPr/>
          <a:lstStyle/>
          <a:p>
            <a:fld id="{ACA20C2D-4A31-4ED6-9152-754F5E2E4B3A}" type="slidenum">
              <a:rPr lang="en-SG" smtClean="0"/>
              <a:t>‹#›</a:t>
            </a:fld>
            <a:endParaRPr lang="en-SG"/>
          </a:p>
        </p:txBody>
      </p:sp>
    </p:spTree>
    <p:extLst>
      <p:ext uri="{BB962C8B-B14F-4D97-AF65-F5344CB8AC3E}">
        <p14:creationId xmlns:p14="http://schemas.microsoft.com/office/powerpoint/2010/main" val="260577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2384"/>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953"/>
            </a:lvl1pPr>
            <a:lvl2pPr marL="181655" indent="0" algn="ctr">
              <a:buNone/>
              <a:defRPr sz="795"/>
            </a:lvl2pPr>
            <a:lvl3pPr marL="363310" indent="0" algn="ctr">
              <a:buNone/>
              <a:defRPr sz="716"/>
            </a:lvl3pPr>
            <a:lvl4pPr marL="544965" indent="0" algn="ctr">
              <a:buNone/>
              <a:defRPr sz="636"/>
            </a:lvl4pPr>
            <a:lvl5pPr marL="726620" indent="0" algn="ctr">
              <a:buNone/>
              <a:defRPr sz="636"/>
            </a:lvl5pPr>
            <a:lvl6pPr marL="908275" indent="0" algn="ctr">
              <a:buNone/>
              <a:defRPr sz="636"/>
            </a:lvl6pPr>
            <a:lvl7pPr marL="1089930" indent="0" algn="ctr">
              <a:buNone/>
              <a:defRPr sz="636"/>
            </a:lvl7pPr>
            <a:lvl8pPr marL="1271585" indent="0" algn="ctr">
              <a:buNone/>
              <a:defRPr sz="636"/>
            </a:lvl8pPr>
            <a:lvl9pPr marL="1453240" indent="0" algn="ctr">
              <a:buNone/>
              <a:defRPr sz="636"/>
            </a:lvl9pPr>
          </a:lstStyle>
          <a:p>
            <a:r>
              <a:rPr lang="en-US"/>
              <a:t>Click to edit Master subtitle style</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40451872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19641968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6"/>
            <a:ext cx="7886700" cy="2852737"/>
          </a:xfrm>
        </p:spPr>
        <p:txBody>
          <a:bodyPr anchor="b"/>
          <a:lstStyle>
            <a:lvl1pPr>
              <a:defRPr sz="2384"/>
            </a:lvl1pPr>
          </a:lstStyle>
          <a:p>
            <a:r>
              <a:rPr lang="en-US"/>
              <a:t>Click to edit Master title style</a:t>
            </a:r>
          </a:p>
        </p:txBody>
      </p:sp>
      <p:sp>
        <p:nvSpPr>
          <p:cNvPr id="3" name="Text Placeholder 2"/>
          <p:cNvSpPr>
            <a:spLocks noGrp="1"/>
          </p:cNvSpPr>
          <p:nvPr>
            <p:ph type="body" idx="1"/>
          </p:nvPr>
        </p:nvSpPr>
        <p:spPr>
          <a:xfrm>
            <a:off x="623888" y="4589471"/>
            <a:ext cx="7886700" cy="1500187"/>
          </a:xfrm>
        </p:spPr>
        <p:txBody>
          <a:bodyPr/>
          <a:lstStyle>
            <a:lvl1pPr marL="0" indent="0">
              <a:buNone/>
              <a:defRPr sz="953">
                <a:solidFill>
                  <a:schemeClr val="tx1"/>
                </a:solidFill>
              </a:defRPr>
            </a:lvl1pPr>
            <a:lvl2pPr marL="181655" indent="0">
              <a:buNone/>
              <a:defRPr sz="795">
                <a:solidFill>
                  <a:schemeClr val="tx1">
                    <a:tint val="75000"/>
                  </a:schemeClr>
                </a:solidFill>
              </a:defRPr>
            </a:lvl2pPr>
            <a:lvl3pPr marL="363310" indent="0">
              <a:buNone/>
              <a:defRPr sz="716">
                <a:solidFill>
                  <a:schemeClr val="tx1">
                    <a:tint val="75000"/>
                  </a:schemeClr>
                </a:solidFill>
              </a:defRPr>
            </a:lvl3pPr>
            <a:lvl4pPr marL="544965" indent="0">
              <a:buNone/>
              <a:defRPr sz="636">
                <a:solidFill>
                  <a:schemeClr val="tx1">
                    <a:tint val="75000"/>
                  </a:schemeClr>
                </a:solidFill>
              </a:defRPr>
            </a:lvl4pPr>
            <a:lvl5pPr marL="726620" indent="0">
              <a:buNone/>
              <a:defRPr sz="636">
                <a:solidFill>
                  <a:schemeClr val="tx1">
                    <a:tint val="75000"/>
                  </a:schemeClr>
                </a:solidFill>
              </a:defRPr>
            </a:lvl5pPr>
            <a:lvl6pPr marL="908275" indent="0">
              <a:buNone/>
              <a:defRPr sz="636">
                <a:solidFill>
                  <a:schemeClr val="tx1">
                    <a:tint val="75000"/>
                  </a:schemeClr>
                </a:solidFill>
              </a:defRPr>
            </a:lvl6pPr>
            <a:lvl7pPr marL="1089930" indent="0">
              <a:buNone/>
              <a:defRPr sz="636">
                <a:solidFill>
                  <a:schemeClr val="tx1">
                    <a:tint val="75000"/>
                  </a:schemeClr>
                </a:solidFill>
              </a:defRPr>
            </a:lvl7pPr>
            <a:lvl8pPr marL="1271585" indent="0">
              <a:buNone/>
              <a:defRPr sz="636">
                <a:solidFill>
                  <a:schemeClr val="tx1">
                    <a:tint val="75000"/>
                  </a:schemeClr>
                </a:solidFill>
              </a:defRPr>
            </a:lvl8pPr>
            <a:lvl9pPr marL="1453240" indent="0">
              <a:buNone/>
              <a:defRPr sz="63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568709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3494851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9"/>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953" b="1"/>
            </a:lvl1pPr>
            <a:lvl2pPr marL="181655" indent="0">
              <a:buNone/>
              <a:defRPr sz="795" b="1"/>
            </a:lvl2pPr>
            <a:lvl3pPr marL="363310" indent="0">
              <a:buNone/>
              <a:defRPr sz="716" b="1"/>
            </a:lvl3pPr>
            <a:lvl4pPr marL="544965" indent="0">
              <a:buNone/>
              <a:defRPr sz="636" b="1"/>
            </a:lvl4pPr>
            <a:lvl5pPr marL="726620" indent="0">
              <a:buNone/>
              <a:defRPr sz="636" b="1"/>
            </a:lvl5pPr>
            <a:lvl6pPr marL="908275" indent="0">
              <a:buNone/>
              <a:defRPr sz="636" b="1"/>
            </a:lvl6pPr>
            <a:lvl7pPr marL="1089930" indent="0">
              <a:buNone/>
              <a:defRPr sz="636" b="1"/>
            </a:lvl7pPr>
            <a:lvl8pPr marL="1271585" indent="0">
              <a:buNone/>
              <a:defRPr sz="636" b="1"/>
            </a:lvl8pPr>
            <a:lvl9pPr marL="1453240" indent="0">
              <a:buNone/>
              <a:defRPr sz="636"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953" b="1"/>
            </a:lvl1pPr>
            <a:lvl2pPr marL="181655" indent="0">
              <a:buNone/>
              <a:defRPr sz="795" b="1"/>
            </a:lvl2pPr>
            <a:lvl3pPr marL="363310" indent="0">
              <a:buNone/>
              <a:defRPr sz="716" b="1"/>
            </a:lvl3pPr>
            <a:lvl4pPr marL="544965" indent="0">
              <a:buNone/>
              <a:defRPr sz="636" b="1"/>
            </a:lvl4pPr>
            <a:lvl5pPr marL="726620" indent="0">
              <a:buNone/>
              <a:defRPr sz="636" b="1"/>
            </a:lvl5pPr>
            <a:lvl6pPr marL="908275" indent="0">
              <a:buNone/>
              <a:defRPr sz="636" b="1"/>
            </a:lvl6pPr>
            <a:lvl7pPr marL="1089930" indent="0">
              <a:buNone/>
              <a:defRPr sz="636" b="1"/>
            </a:lvl7pPr>
            <a:lvl8pPr marL="1271585" indent="0">
              <a:buNone/>
              <a:defRPr sz="636" b="1"/>
            </a:lvl8pPr>
            <a:lvl9pPr marL="1453240" indent="0">
              <a:buNone/>
              <a:defRPr sz="636" b="1"/>
            </a:lvl9pPr>
          </a:lstStyle>
          <a:p>
            <a:pPr lvl="0"/>
            <a:r>
              <a:rPr lang="en-US"/>
              <a:t>Click to edit Master text styles</a:t>
            </a:r>
          </a:p>
        </p:txBody>
      </p:sp>
      <p:sp>
        <p:nvSpPr>
          <p:cNvPr id="6" name="Content Placeholder 5"/>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SG"/>
          </a:p>
        </p:txBody>
      </p:sp>
      <p:sp>
        <p:nvSpPr>
          <p:cNvPr id="8" name="Footer Placeholder 7"/>
          <p:cNvSpPr>
            <a:spLocks noGrp="1"/>
          </p:cNvSpPr>
          <p:nvPr>
            <p:ph type="ftr" sz="quarter" idx="11"/>
          </p:nvPr>
        </p:nvSpPr>
        <p:spPr/>
        <p:txBody>
          <a:bodyPr/>
          <a:lstStyle/>
          <a:p>
            <a:r>
              <a:rPr lang="en-SG"/>
              <a:t>C369 Financial Technologies</a:t>
            </a:r>
          </a:p>
        </p:txBody>
      </p:sp>
      <p:sp>
        <p:nvSpPr>
          <p:cNvPr id="9" name="Slide Number Placeholder 8"/>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18774873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SG"/>
          </a:p>
        </p:txBody>
      </p:sp>
      <p:sp>
        <p:nvSpPr>
          <p:cNvPr id="4" name="Footer Placeholder 3"/>
          <p:cNvSpPr>
            <a:spLocks noGrp="1"/>
          </p:cNvSpPr>
          <p:nvPr>
            <p:ph type="ftr" sz="quarter" idx="11"/>
          </p:nvPr>
        </p:nvSpPr>
        <p:spPr/>
        <p:txBody>
          <a:bodyPr/>
          <a:lstStyle/>
          <a:p>
            <a:r>
              <a:rPr lang="en-SG"/>
              <a:t>C369 Financial Technologies</a:t>
            </a:r>
          </a:p>
        </p:txBody>
      </p:sp>
      <p:sp>
        <p:nvSpPr>
          <p:cNvPr id="5" name="Slide Number Placeholder 4"/>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809338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SG"/>
          </a:p>
        </p:txBody>
      </p:sp>
      <p:sp>
        <p:nvSpPr>
          <p:cNvPr id="3" name="Footer Placeholder 2"/>
          <p:cNvSpPr>
            <a:spLocks noGrp="1"/>
          </p:cNvSpPr>
          <p:nvPr>
            <p:ph type="ftr" sz="quarter" idx="11"/>
          </p:nvPr>
        </p:nvSpPr>
        <p:spPr/>
        <p:txBody>
          <a:bodyPr/>
          <a:lstStyle/>
          <a:p>
            <a:r>
              <a:rPr lang="en-SG"/>
              <a:t>C369 Financial Technologies</a:t>
            </a:r>
          </a:p>
        </p:txBody>
      </p:sp>
      <p:sp>
        <p:nvSpPr>
          <p:cNvPr id="4" name="Slide Number Placeholder 3"/>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127549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271"/>
            </a:lvl1pPr>
          </a:lstStyle>
          <a:p>
            <a:r>
              <a:rPr lang="en-US"/>
              <a:t>Click to edit Master title style</a:t>
            </a:r>
          </a:p>
        </p:txBody>
      </p:sp>
      <p:sp>
        <p:nvSpPr>
          <p:cNvPr id="3" name="Content Placeholder 2"/>
          <p:cNvSpPr>
            <a:spLocks noGrp="1"/>
          </p:cNvSpPr>
          <p:nvPr>
            <p:ph idx="1"/>
          </p:nvPr>
        </p:nvSpPr>
        <p:spPr>
          <a:xfrm>
            <a:off x="3887391" y="987432"/>
            <a:ext cx="4629150" cy="4873625"/>
          </a:xfrm>
        </p:spPr>
        <p:txBody>
          <a:bodyPr/>
          <a:lstStyle>
            <a:lvl1pPr>
              <a:defRPr sz="1271"/>
            </a:lvl1pPr>
            <a:lvl2pPr>
              <a:defRPr sz="1112"/>
            </a:lvl2pPr>
            <a:lvl3pPr>
              <a:defRPr sz="953"/>
            </a:lvl3pPr>
            <a:lvl4pPr>
              <a:defRPr sz="795"/>
            </a:lvl4pPr>
            <a:lvl5pPr>
              <a:defRPr sz="795"/>
            </a:lvl5pPr>
            <a:lvl6pPr>
              <a:defRPr sz="795"/>
            </a:lvl6pPr>
            <a:lvl7pPr>
              <a:defRPr sz="795"/>
            </a:lvl7pPr>
            <a:lvl8pPr>
              <a:defRPr sz="795"/>
            </a:lvl8pPr>
            <a:lvl9pPr>
              <a:defRPr sz="7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636"/>
            </a:lvl1pPr>
            <a:lvl2pPr marL="181655" indent="0">
              <a:buNone/>
              <a:defRPr sz="557"/>
            </a:lvl2pPr>
            <a:lvl3pPr marL="363310" indent="0">
              <a:buNone/>
              <a:defRPr sz="477"/>
            </a:lvl3pPr>
            <a:lvl4pPr marL="544965" indent="0">
              <a:buNone/>
              <a:defRPr sz="398"/>
            </a:lvl4pPr>
            <a:lvl5pPr marL="726620" indent="0">
              <a:buNone/>
              <a:defRPr sz="398"/>
            </a:lvl5pPr>
            <a:lvl6pPr marL="908275" indent="0">
              <a:buNone/>
              <a:defRPr sz="398"/>
            </a:lvl6pPr>
            <a:lvl7pPr marL="1089930" indent="0">
              <a:buNone/>
              <a:defRPr sz="398"/>
            </a:lvl7pPr>
            <a:lvl8pPr marL="1271585" indent="0">
              <a:buNone/>
              <a:defRPr sz="398"/>
            </a:lvl8pPr>
            <a:lvl9pPr marL="1453240" indent="0">
              <a:buNone/>
              <a:defRPr sz="398"/>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36002142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271"/>
            </a:lvl1pPr>
          </a:lstStyle>
          <a:p>
            <a:r>
              <a:rPr lang="en-US"/>
              <a:t>Click to edit Master title style</a:t>
            </a:r>
          </a:p>
        </p:txBody>
      </p:sp>
      <p:sp>
        <p:nvSpPr>
          <p:cNvPr id="3" name="Picture Placeholder 2"/>
          <p:cNvSpPr>
            <a:spLocks noGrp="1" noChangeAspect="1"/>
          </p:cNvSpPr>
          <p:nvPr>
            <p:ph type="pic" idx="1"/>
          </p:nvPr>
        </p:nvSpPr>
        <p:spPr>
          <a:xfrm>
            <a:off x="3887391" y="987432"/>
            <a:ext cx="4629150" cy="4873625"/>
          </a:xfrm>
        </p:spPr>
        <p:txBody>
          <a:bodyPr anchor="t"/>
          <a:lstStyle>
            <a:lvl1pPr marL="0" indent="0">
              <a:buNone/>
              <a:defRPr sz="1271"/>
            </a:lvl1pPr>
            <a:lvl2pPr marL="181655" indent="0">
              <a:buNone/>
              <a:defRPr sz="1112"/>
            </a:lvl2pPr>
            <a:lvl3pPr marL="363310" indent="0">
              <a:buNone/>
              <a:defRPr sz="953"/>
            </a:lvl3pPr>
            <a:lvl4pPr marL="544965" indent="0">
              <a:buNone/>
              <a:defRPr sz="795"/>
            </a:lvl4pPr>
            <a:lvl5pPr marL="726620" indent="0">
              <a:buNone/>
              <a:defRPr sz="795"/>
            </a:lvl5pPr>
            <a:lvl6pPr marL="908275" indent="0">
              <a:buNone/>
              <a:defRPr sz="795"/>
            </a:lvl6pPr>
            <a:lvl7pPr marL="1089930" indent="0">
              <a:buNone/>
              <a:defRPr sz="795"/>
            </a:lvl7pPr>
            <a:lvl8pPr marL="1271585" indent="0">
              <a:buNone/>
              <a:defRPr sz="795"/>
            </a:lvl8pPr>
            <a:lvl9pPr marL="1453240" indent="0">
              <a:buNone/>
              <a:defRPr sz="795"/>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636"/>
            </a:lvl1pPr>
            <a:lvl2pPr marL="181655" indent="0">
              <a:buNone/>
              <a:defRPr sz="557"/>
            </a:lvl2pPr>
            <a:lvl3pPr marL="363310" indent="0">
              <a:buNone/>
              <a:defRPr sz="477"/>
            </a:lvl3pPr>
            <a:lvl4pPr marL="544965" indent="0">
              <a:buNone/>
              <a:defRPr sz="398"/>
            </a:lvl4pPr>
            <a:lvl5pPr marL="726620" indent="0">
              <a:buNone/>
              <a:defRPr sz="398"/>
            </a:lvl5pPr>
            <a:lvl6pPr marL="908275" indent="0">
              <a:buNone/>
              <a:defRPr sz="398"/>
            </a:lvl6pPr>
            <a:lvl7pPr marL="1089930" indent="0">
              <a:buNone/>
              <a:defRPr sz="398"/>
            </a:lvl7pPr>
            <a:lvl8pPr marL="1271585" indent="0">
              <a:buNone/>
              <a:defRPr sz="398"/>
            </a:lvl8pPr>
            <a:lvl9pPr marL="1453240" indent="0">
              <a:buNone/>
              <a:defRPr sz="398"/>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568554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410249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9459587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ivi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spTree>
    <p:extLst>
      <p:ext uri="{BB962C8B-B14F-4D97-AF65-F5344CB8AC3E}">
        <p14:creationId xmlns:p14="http://schemas.microsoft.com/office/powerpoint/2010/main" val="2512561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2646878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3856649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4769589" y="2055835"/>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4"/>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37578378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with Image no Dat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4"/>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1748671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619880"/>
            <a:ext cx="6245358" cy="2475995"/>
          </a:xfrm>
        </p:spPr>
        <p:txBody>
          <a:bodyPr anchor="t">
            <a:normAutofit/>
          </a:bodyPr>
          <a:lstStyle>
            <a:lvl1pPr>
              <a:defRPr sz="4000">
                <a:solidFill>
                  <a:schemeClr val="bg1"/>
                </a:solidFill>
              </a:defRPr>
            </a:lvl1pPr>
          </a:lstStyle>
          <a:p>
            <a:pPr lvl="0"/>
            <a:r>
              <a:rPr lang="en-US"/>
              <a:t>Divider Title (Arial Black 54)</a:t>
            </a:r>
            <a:endParaRPr lang="en-SG"/>
          </a:p>
        </p:txBody>
      </p:sp>
    </p:spTree>
    <p:extLst>
      <p:ext uri="{BB962C8B-B14F-4D97-AF65-F5344CB8AC3E}">
        <p14:creationId xmlns:p14="http://schemas.microsoft.com/office/powerpoint/2010/main" val="224110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Divider w Sub">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272578"/>
            <a:ext cx="6245358" cy="1851748"/>
          </a:xfrm>
        </p:spPr>
        <p:txBody>
          <a:bodyPr anchor="b">
            <a:normAutofit/>
          </a:bodyPr>
          <a:lstStyle>
            <a:lvl1pPr>
              <a:defRPr sz="4000">
                <a:solidFill>
                  <a:schemeClr val="bg1"/>
                </a:solidFill>
              </a:defRPr>
            </a:lvl1pPr>
          </a:lstStyle>
          <a:p>
            <a:pPr lvl="0"/>
            <a:r>
              <a:rPr lang="en-US"/>
              <a:t>Divider Title (Arial Black 54)</a:t>
            </a:r>
            <a:endParaRPr lang="en-SG"/>
          </a:p>
        </p:txBody>
      </p:sp>
      <p:sp>
        <p:nvSpPr>
          <p:cNvPr id="7" name="Text Placeholder 6">
            <a:extLst>
              <a:ext uri="{FF2B5EF4-FFF2-40B4-BE49-F238E27FC236}">
                <a16:creationId xmlns:a16="http://schemas.microsoft.com/office/drawing/2014/main" id="{437E15C5-802D-31EF-5664-4EF7EE4D9C90}"/>
              </a:ext>
            </a:extLst>
          </p:cNvPr>
          <p:cNvSpPr>
            <a:spLocks noGrp="1"/>
          </p:cNvSpPr>
          <p:nvPr>
            <p:ph type="body" sz="quarter" idx="10"/>
          </p:nvPr>
        </p:nvSpPr>
        <p:spPr>
          <a:xfrm>
            <a:off x="1651000" y="4152901"/>
            <a:ext cx="6245225" cy="895350"/>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878159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547525" y="1593024"/>
            <a:ext cx="8034499" cy="4572296"/>
          </a:xfrm>
        </p:spPr>
        <p:txBody>
          <a:bodyPr>
            <a:noAutofit/>
          </a:bodyPr>
          <a:lstStyle>
            <a:lvl1pPr marL="257175" indent="-257175">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800"/>
            </a:lvl2pPr>
            <a:lvl3pPr>
              <a:defRPr sz="1600"/>
            </a:lvl3pPr>
          </a:lstStyle>
          <a:p>
            <a:pPr lvl="0"/>
            <a:r>
              <a:rPr lang="en-US"/>
              <a:t>Include bullet content here (Arial regular 20)</a:t>
            </a:r>
          </a:p>
          <a:p>
            <a:pPr lvl="1"/>
            <a:r>
              <a:rPr lang="en-SG"/>
              <a:t>Second Level</a:t>
            </a:r>
          </a:p>
          <a:p>
            <a:pPr lvl="2"/>
            <a:r>
              <a:rPr lang="en-SG"/>
              <a:t>Third Level</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5227376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8818568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lide with Tex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505249" y="1934139"/>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38606478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with no Da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7656511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Column layout 2">
    <p:spTree>
      <p:nvGrpSpPr>
        <p:cNvPr id="1" name=""/>
        <p:cNvGrpSpPr/>
        <p:nvPr/>
      </p:nvGrpSpPr>
      <p:grpSpPr>
        <a:xfrm>
          <a:off x="0" y="0"/>
          <a:ext cx="0" cy="0"/>
          <a:chOff x="0" y="0"/>
          <a:chExt cx="0" cy="0"/>
        </a:xfrm>
      </p:grpSpPr>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582260" y="1868656"/>
            <a:ext cx="4665829"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a:t>Include paragraph here (Arial Regular 30)</a:t>
            </a:r>
            <a:endParaRPr lang="en-SG"/>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5931569" y="1868654"/>
            <a:ext cx="2630172"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4" name="Picture 3" descr="A black background with a black square&#10;&#10;Description automatically generated with medium confidence">
            <a:extLst>
              <a:ext uri="{FF2B5EF4-FFF2-40B4-BE49-F238E27FC236}">
                <a16:creationId xmlns:a16="http://schemas.microsoft.com/office/drawing/2014/main" id="{CAB0B91F-1617-83D8-4ECA-004B25324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5" name="Picture 4">
            <a:extLst>
              <a:ext uri="{FF2B5EF4-FFF2-40B4-BE49-F238E27FC236}">
                <a16:creationId xmlns:a16="http://schemas.microsoft.com/office/drawing/2014/main" id="{AE7688FF-9830-3BBE-1F35-4D11FC9F1721}"/>
              </a:ext>
            </a:extLst>
          </p:cNvPr>
          <p:cNvPicPr/>
          <p:nvPr/>
        </p:nvPicPr>
        <p:blipFill>
          <a:blip r:embed="rId3"/>
          <a:stretch>
            <a:fillRect/>
          </a:stretch>
        </p:blipFill>
        <p:spPr>
          <a:xfrm rot="10800000">
            <a:off x="8740800" y="6454800"/>
            <a:ext cx="403200" cy="403200"/>
          </a:xfrm>
          <a:prstGeom prst="rect">
            <a:avLst/>
          </a:prstGeom>
        </p:spPr>
      </p:pic>
      <p:sp>
        <p:nvSpPr>
          <p:cNvPr id="3" name="Slide Number Placeholder 5">
            <a:extLst>
              <a:ext uri="{FF2B5EF4-FFF2-40B4-BE49-F238E27FC236}">
                <a16:creationId xmlns:a16="http://schemas.microsoft.com/office/drawing/2014/main" id="{969A1AB3-93A2-0FB9-9EBA-3B1F1F58431A}"/>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63720AC-6AF3-5558-05E0-F11D998B2CA1}"/>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41644091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Column Layout ">
    <p:spTree>
      <p:nvGrpSpPr>
        <p:cNvPr id="1" name=""/>
        <p:cNvGrpSpPr/>
        <p:nvPr/>
      </p:nvGrpSpPr>
      <p:grpSpPr>
        <a:xfrm>
          <a:off x="0" y="0"/>
          <a:ext cx="0" cy="0"/>
          <a:chOff x="0" y="0"/>
          <a:chExt cx="0" cy="0"/>
        </a:xfrm>
      </p:grpSpPr>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6244391" y="1868654"/>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580408" y="1868653"/>
            <a:ext cx="2319203"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3412399" y="1868653"/>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92609E81-B67B-BD32-2F54-192415FD2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4" name="Picture 3">
            <a:extLst>
              <a:ext uri="{FF2B5EF4-FFF2-40B4-BE49-F238E27FC236}">
                <a16:creationId xmlns:a16="http://schemas.microsoft.com/office/drawing/2014/main" id="{BB18B539-BDB0-BEB8-3CC6-9403CF5DB73F}"/>
              </a:ext>
            </a:extLst>
          </p:cNvPr>
          <p:cNvPicPr/>
          <p:nvPr/>
        </p:nvPicPr>
        <p:blipFill>
          <a:blip r:embed="rId3"/>
          <a:stretch>
            <a:fillRect/>
          </a:stretch>
        </p:blipFill>
        <p:spPr>
          <a:xfrm rot="10800000">
            <a:off x="8740800" y="6454800"/>
            <a:ext cx="403200" cy="403200"/>
          </a:xfrm>
          <a:prstGeom prst="rect">
            <a:avLst/>
          </a:prstGeom>
        </p:spPr>
      </p:pic>
      <p:sp>
        <p:nvSpPr>
          <p:cNvPr id="2" name="Slide Number Placeholder 5">
            <a:extLst>
              <a:ext uri="{FF2B5EF4-FFF2-40B4-BE49-F238E27FC236}">
                <a16:creationId xmlns:a16="http://schemas.microsoft.com/office/drawing/2014/main" id="{8D604548-B2C5-3A6C-38EA-591D384F4BD4}"/>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5A5E38A5-B078-5BE1-EFBD-0FC5824CA3C7}"/>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1168844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653654" y="1758167"/>
            <a:ext cx="3664744" cy="3798888"/>
          </a:xfrm>
        </p:spPr>
        <p:txBody>
          <a:bodyPr/>
          <a:lstStyle/>
          <a:p>
            <a:r>
              <a:rPr lang="en-US"/>
              <a:t>Click icon to add picture</a:t>
            </a:r>
            <a:endParaRPr lang="en-SG"/>
          </a:p>
        </p:txBody>
      </p:sp>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4501754" y="1758167"/>
            <a:ext cx="4019550" cy="3798888"/>
          </a:xfrm>
        </p:spPr>
        <p:txBody>
          <a:bodyPr/>
          <a:lstStyle/>
          <a:p>
            <a:r>
              <a:rPr lang="en-US"/>
              <a:t>Click icon to add picture</a:t>
            </a:r>
            <a:endParaRPr lang="en-SG"/>
          </a:p>
        </p:txBody>
      </p:sp>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554012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
        <p:nvSpPr>
          <p:cNvPr id="7" name="Content Placeholder 6">
            <a:extLst>
              <a:ext uri="{FF2B5EF4-FFF2-40B4-BE49-F238E27FC236}">
                <a16:creationId xmlns:a16="http://schemas.microsoft.com/office/drawing/2014/main" id="{7AF3D514-E574-AF34-F013-D5B51B38E684}"/>
              </a:ext>
            </a:extLst>
          </p:cNvPr>
          <p:cNvSpPr>
            <a:spLocks noGrp="1"/>
          </p:cNvSpPr>
          <p:nvPr>
            <p:ph sz="quarter" idx="20"/>
          </p:nvPr>
        </p:nvSpPr>
        <p:spPr>
          <a:xfrm>
            <a:off x="546100"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8" name="Content Placeholder 6">
            <a:extLst>
              <a:ext uri="{FF2B5EF4-FFF2-40B4-BE49-F238E27FC236}">
                <a16:creationId xmlns:a16="http://schemas.microsoft.com/office/drawing/2014/main" id="{C4C6A50B-0CB9-121D-5FA9-8B021FA43BCA}"/>
              </a:ext>
            </a:extLst>
          </p:cNvPr>
          <p:cNvSpPr>
            <a:spLocks noGrp="1"/>
          </p:cNvSpPr>
          <p:nvPr>
            <p:ph sz="quarter" idx="21"/>
          </p:nvPr>
        </p:nvSpPr>
        <p:spPr>
          <a:xfrm>
            <a:off x="4688241"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13313347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41796166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6_Custom Layout">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4283503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2.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theme" Target="../theme/theme3.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D05BB7-4DF6-42E6-80DD-81A8D34B47FB}"/>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11951645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8"/>
            <a:ext cx="2057400" cy="365125"/>
          </a:xfrm>
          <a:prstGeom prst="rect">
            <a:avLst/>
          </a:prstGeom>
        </p:spPr>
        <p:txBody>
          <a:bodyPr vert="horz" lIns="91440" tIns="45720" rIns="91440" bIns="45720" rtlCol="0" anchor="ctr"/>
          <a:lstStyle>
            <a:lvl1pPr algn="l">
              <a:defRPr sz="477">
                <a:solidFill>
                  <a:schemeClr val="tx1">
                    <a:tint val="75000"/>
                  </a:schemeClr>
                </a:solidFill>
              </a:defRPr>
            </a:lvl1pPr>
          </a:lstStyle>
          <a:p>
            <a:endParaRPr lang="en-SG"/>
          </a:p>
        </p:txBody>
      </p:sp>
      <p:sp>
        <p:nvSpPr>
          <p:cNvPr id="5" name="Footer Placeholder 4"/>
          <p:cNvSpPr>
            <a:spLocks noGrp="1"/>
          </p:cNvSpPr>
          <p:nvPr>
            <p:ph type="ftr" sz="quarter" idx="3"/>
          </p:nvPr>
        </p:nvSpPr>
        <p:spPr>
          <a:xfrm>
            <a:off x="3028950" y="6356358"/>
            <a:ext cx="3086100" cy="365125"/>
          </a:xfrm>
          <a:prstGeom prst="rect">
            <a:avLst/>
          </a:prstGeom>
        </p:spPr>
        <p:txBody>
          <a:bodyPr vert="horz" lIns="91440" tIns="45720" rIns="91440" bIns="45720" rtlCol="0" anchor="ctr"/>
          <a:lstStyle>
            <a:lvl1pPr algn="ctr">
              <a:defRPr sz="477">
                <a:solidFill>
                  <a:schemeClr val="tx1">
                    <a:tint val="75000"/>
                  </a:schemeClr>
                </a:solidFill>
              </a:defRPr>
            </a:lvl1pPr>
          </a:lstStyle>
          <a:p>
            <a:r>
              <a:rPr lang="en-SG"/>
              <a:t>C369 Financial Technologies</a:t>
            </a:r>
          </a:p>
        </p:txBody>
      </p:sp>
      <p:sp>
        <p:nvSpPr>
          <p:cNvPr id="6" name="Slide Number Placeholder 5"/>
          <p:cNvSpPr>
            <a:spLocks noGrp="1"/>
          </p:cNvSpPr>
          <p:nvPr>
            <p:ph type="sldNum" sz="quarter" idx="4"/>
          </p:nvPr>
        </p:nvSpPr>
        <p:spPr>
          <a:xfrm>
            <a:off x="6457950" y="6356358"/>
            <a:ext cx="2057400" cy="365125"/>
          </a:xfrm>
          <a:prstGeom prst="rect">
            <a:avLst/>
          </a:prstGeom>
        </p:spPr>
        <p:txBody>
          <a:bodyPr vert="horz" lIns="91440" tIns="45720" rIns="91440" bIns="45720" rtlCol="0" anchor="ctr"/>
          <a:lstStyle>
            <a:lvl1pPr algn="r">
              <a:defRPr sz="477">
                <a:solidFill>
                  <a:schemeClr val="tx1">
                    <a:tint val="75000"/>
                  </a:schemeClr>
                </a:solidFill>
              </a:defRPr>
            </a:lvl1pPr>
          </a:lstStyle>
          <a:p>
            <a:fld id="{D826FE17-A15F-4069-8D1C-BFCDAB13D842}" type="slidenum">
              <a:rPr lang="en-SG" smtClean="0"/>
              <a:t>‹#›</a:t>
            </a:fld>
            <a:endParaRPr lang="en-SG"/>
          </a:p>
        </p:txBody>
      </p:sp>
      <p:sp>
        <p:nvSpPr>
          <p:cNvPr id="7" name="TextBox 6">
            <a:extLst>
              <a:ext uri="{FF2B5EF4-FFF2-40B4-BE49-F238E27FC236}">
                <a16:creationId xmlns:a16="http://schemas.microsoft.com/office/drawing/2014/main" id="{BE915BE3-5C08-4677-8D33-86705266B515}"/>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24486822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dt="0"/>
  <p:txStyles>
    <p:titleStyle>
      <a:lvl1pPr algn="l" defTabSz="363310" rtl="0" eaLnBrk="1" latinLnBrk="0" hangingPunct="1">
        <a:lnSpc>
          <a:spcPct val="90000"/>
        </a:lnSpc>
        <a:spcBef>
          <a:spcPct val="0"/>
        </a:spcBef>
        <a:buNone/>
        <a:defRPr sz="1748" kern="1200">
          <a:solidFill>
            <a:schemeClr val="tx1"/>
          </a:solidFill>
          <a:latin typeface="+mj-lt"/>
          <a:ea typeface="+mj-ea"/>
          <a:cs typeface="+mj-cs"/>
        </a:defRPr>
      </a:lvl1pPr>
    </p:titleStyle>
    <p:bodyStyle>
      <a:lvl1pPr marL="90827" indent="-90827" algn="l" defTabSz="363310" rtl="0" eaLnBrk="1" latinLnBrk="0" hangingPunct="1">
        <a:lnSpc>
          <a:spcPct val="90000"/>
        </a:lnSpc>
        <a:spcBef>
          <a:spcPts val="398"/>
        </a:spcBef>
        <a:buFont typeface="Arial" panose="020B0604020202020204" pitchFamily="34" charset="0"/>
        <a:buChar char="•"/>
        <a:defRPr sz="1112" kern="1200">
          <a:solidFill>
            <a:schemeClr val="tx1"/>
          </a:solidFill>
          <a:latin typeface="+mn-lt"/>
          <a:ea typeface="+mn-ea"/>
          <a:cs typeface="+mn-cs"/>
        </a:defRPr>
      </a:lvl1pPr>
      <a:lvl2pPr marL="272483" indent="-90827" algn="l" defTabSz="363310" rtl="0" eaLnBrk="1" latinLnBrk="0" hangingPunct="1">
        <a:lnSpc>
          <a:spcPct val="90000"/>
        </a:lnSpc>
        <a:spcBef>
          <a:spcPts val="199"/>
        </a:spcBef>
        <a:buFont typeface="Arial" panose="020B0604020202020204" pitchFamily="34" charset="0"/>
        <a:buChar char="•"/>
        <a:defRPr sz="953" kern="1200">
          <a:solidFill>
            <a:schemeClr val="tx1"/>
          </a:solidFill>
          <a:latin typeface="+mn-lt"/>
          <a:ea typeface="+mn-ea"/>
          <a:cs typeface="+mn-cs"/>
        </a:defRPr>
      </a:lvl2pPr>
      <a:lvl3pPr marL="454138" indent="-90827" algn="l" defTabSz="363310" rtl="0" eaLnBrk="1" latinLnBrk="0" hangingPunct="1">
        <a:lnSpc>
          <a:spcPct val="90000"/>
        </a:lnSpc>
        <a:spcBef>
          <a:spcPts val="199"/>
        </a:spcBef>
        <a:buFont typeface="Arial" panose="020B0604020202020204" pitchFamily="34" charset="0"/>
        <a:buChar char="•"/>
        <a:defRPr sz="795" kern="1200">
          <a:solidFill>
            <a:schemeClr val="tx1"/>
          </a:solidFill>
          <a:latin typeface="+mn-lt"/>
          <a:ea typeface="+mn-ea"/>
          <a:cs typeface="+mn-cs"/>
        </a:defRPr>
      </a:lvl3pPr>
      <a:lvl4pPr marL="635792"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4pPr>
      <a:lvl5pPr marL="817448"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5pPr>
      <a:lvl6pPr marL="999103"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6pPr>
      <a:lvl7pPr marL="1180757"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7pPr>
      <a:lvl8pPr marL="1362413"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8pPr>
      <a:lvl9pPr marL="1544068"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9pPr>
    </p:bodyStyle>
    <p:otherStyle>
      <a:defPPr>
        <a:defRPr lang="en-US"/>
      </a:defPPr>
      <a:lvl1pPr marL="0" algn="l" defTabSz="363310" rtl="0" eaLnBrk="1" latinLnBrk="0" hangingPunct="1">
        <a:defRPr sz="716" kern="1200">
          <a:solidFill>
            <a:schemeClr val="tx1"/>
          </a:solidFill>
          <a:latin typeface="+mn-lt"/>
          <a:ea typeface="+mn-ea"/>
          <a:cs typeface="+mn-cs"/>
        </a:defRPr>
      </a:lvl1pPr>
      <a:lvl2pPr marL="181655" algn="l" defTabSz="363310" rtl="0" eaLnBrk="1" latinLnBrk="0" hangingPunct="1">
        <a:defRPr sz="716" kern="1200">
          <a:solidFill>
            <a:schemeClr val="tx1"/>
          </a:solidFill>
          <a:latin typeface="+mn-lt"/>
          <a:ea typeface="+mn-ea"/>
          <a:cs typeface="+mn-cs"/>
        </a:defRPr>
      </a:lvl2pPr>
      <a:lvl3pPr marL="363310" algn="l" defTabSz="363310" rtl="0" eaLnBrk="1" latinLnBrk="0" hangingPunct="1">
        <a:defRPr sz="716" kern="1200">
          <a:solidFill>
            <a:schemeClr val="tx1"/>
          </a:solidFill>
          <a:latin typeface="+mn-lt"/>
          <a:ea typeface="+mn-ea"/>
          <a:cs typeface="+mn-cs"/>
        </a:defRPr>
      </a:lvl3pPr>
      <a:lvl4pPr marL="544965" algn="l" defTabSz="363310" rtl="0" eaLnBrk="1" latinLnBrk="0" hangingPunct="1">
        <a:defRPr sz="716" kern="1200">
          <a:solidFill>
            <a:schemeClr val="tx1"/>
          </a:solidFill>
          <a:latin typeface="+mn-lt"/>
          <a:ea typeface="+mn-ea"/>
          <a:cs typeface="+mn-cs"/>
        </a:defRPr>
      </a:lvl4pPr>
      <a:lvl5pPr marL="726620" algn="l" defTabSz="363310" rtl="0" eaLnBrk="1" latinLnBrk="0" hangingPunct="1">
        <a:defRPr sz="716" kern="1200">
          <a:solidFill>
            <a:schemeClr val="tx1"/>
          </a:solidFill>
          <a:latin typeface="+mn-lt"/>
          <a:ea typeface="+mn-ea"/>
          <a:cs typeface="+mn-cs"/>
        </a:defRPr>
      </a:lvl5pPr>
      <a:lvl6pPr marL="908275" algn="l" defTabSz="363310" rtl="0" eaLnBrk="1" latinLnBrk="0" hangingPunct="1">
        <a:defRPr sz="716" kern="1200">
          <a:solidFill>
            <a:schemeClr val="tx1"/>
          </a:solidFill>
          <a:latin typeface="+mn-lt"/>
          <a:ea typeface="+mn-ea"/>
          <a:cs typeface="+mn-cs"/>
        </a:defRPr>
      </a:lvl6pPr>
      <a:lvl7pPr marL="1089930" algn="l" defTabSz="363310" rtl="0" eaLnBrk="1" latinLnBrk="0" hangingPunct="1">
        <a:defRPr sz="716" kern="1200">
          <a:solidFill>
            <a:schemeClr val="tx1"/>
          </a:solidFill>
          <a:latin typeface="+mn-lt"/>
          <a:ea typeface="+mn-ea"/>
          <a:cs typeface="+mn-cs"/>
        </a:defRPr>
      </a:lvl7pPr>
      <a:lvl8pPr marL="1271585" algn="l" defTabSz="363310" rtl="0" eaLnBrk="1" latinLnBrk="0" hangingPunct="1">
        <a:defRPr sz="716" kern="1200">
          <a:solidFill>
            <a:schemeClr val="tx1"/>
          </a:solidFill>
          <a:latin typeface="+mn-lt"/>
          <a:ea typeface="+mn-ea"/>
          <a:cs typeface="+mn-cs"/>
        </a:defRPr>
      </a:lvl8pPr>
      <a:lvl9pPr marL="1453240" algn="l" defTabSz="363310" rtl="0" eaLnBrk="1" latinLnBrk="0" hangingPunct="1">
        <a:defRPr sz="71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S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15600C-AC52-4A7A-B61A-C2D281744F97}" type="slidenum">
              <a:rPr lang="en-SG" smtClean="0"/>
              <a:t>‹#›</a:t>
            </a:fld>
            <a:endParaRPr lang="en-SG"/>
          </a:p>
        </p:txBody>
      </p:sp>
      <p:sp>
        <p:nvSpPr>
          <p:cNvPr id="8" name="TextBox 7">
            <a:extLst>
              <a:ext uri="{FF2B5EF4-FFF2-40B4-BE49-F238E27FC236}">
                <a16:creationId xmlns:a16="http://schemas.microsoft.com/office/drawing/2014/main" id="{44DF9100-3699-1CC0-D90D-6E5BA70AC5CB}"/>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381903846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4" r:id="rId13"/>
    <p:sldLayoutId id="2147483726" r:id="rId14"/>
  </p:sldLayoutIdLst>
  <p:txStyles>
    <p:titleStyle>
      <a:lvl1pPr algn="l" defTabSz="914400" rtl="0" eaLnBrk="1" latinLnBrk="0" hangingPunct="1">
        <a:lnSpc>
          <a:spcPct val="90000"/>
        </a:lnSpc>
        <a:spcBef>
          <a:spcPct val="0"/>
        </a:spcBef>
        <a:buNone/>
        <a:defRPr sz="32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7" Type="http://schemas.openxmlformats.org/officeDocument/2006/relationships/hyperlink" Target="https://git-scm.com/downloads" TargetMode="External"/><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hyperlink" Target="https://dev.mysql.com/downloads/workbench/" TargetMode="External"/><Relationship Id="rId5" Type="http://schemas.openxmlformats.org/officeDocument/2006/relationships/hyperlink" Target="https://dev.mysql.com/downloads/mysql/" TargetMode="External"/><Relationship Id="rId4" Type="http://schemas.openxmlformats.org/officeDocument/2006/relationships/hyperlink" Target="https://nodejs.org/e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2.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localhost:3000/" TargetMode="Externa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5.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5.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5.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education.github.com/pack" TargetMode="Externa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9FF39B4A-6CAC-E8D4-2747-7BEA89DEBACB}"/>
              </a:ext>
            </a:extLst>
          </p:cNvPr>
          <p:cNvSpPr>
            <a:spLocks noGrp="1"/>
          </p:cNvSpPr>
          <p:nvPr>
            <p:ph type="body" sz="quarter" idx="13"/>
          </p:nvPr>
        </p:nvSpPr>
        <p:spPr/>
        <p:txBody>
          <a:bodyPr/>
          <a:lstStyle/>
          <a:p>
            <a:r>
              <a:rPr lang="en-US" dirty="0"/>
              <a:t>L01 Checking your installations and setup</a:t>
            </a:r>
            <a:br>
              <a:rPr lang="en-US" dirty="0"/>
            </a:br>
            <a:endParaRPr lang="en-US" dirty="0"/>
          </a:p>
        </p:txBody>
      </p:sp>
      <p:sp>
        <p:nvSpPr>
          <p:cNvPr id="8" name="Title 1">
            <a:extLst>
              <a:ext uri="{FF2B5EF4-FFF2-40B4-BE49-F238E27FC236}">
                <a16:creationId xmlns:a16="http://schemas.microsoft.com/office/drawing/2014/main" id="{61E8154B-01DF-2610-97AA-BAAEF19CB6CB}"/>
              </a:ext>
            </a:extLst>
          </p:cNvPr>
          <p:cNvSpPr>
            <a:spLocks noGrp="1"/>
          </p:cNvSpPr>
          <p:nvPr>
            <p:ph type="title"/>
          </p:nvPr>
        </p:nvSpPr>
        <p:spPr/>
        <p:txBody>
          <a:bodyPr anchor="t">
            <a:normAutofit/>
          </a:bodyPr>
          <a:lstStyle/>
          <a:p>
            <a:r>
              <a:rPr lang="en-US" sz="2800" dirty="0"/>
              <a:t>C372 Payment Technologies</a:t>
            </a:r>
            <a:br>
              <a:rPr lang="en-US" sz="2800" dirty="0"/>
            </a:br>
            <a:br>
              <a:rPr lang="en-US" sz="2800" dirty="0"/>
            </a:br>
            <a:endParaRPr lang="en-US" sz="2800" dirty="0"/>
          </a:p>
        </p:txBody>
      </p:sp>
    </p:spTree>
    <p:extLst>
      <p:ext uri="{BB962C8B-B14F-4D97-AF65-F5344CB8AC3E}">
        <p14:creationId xmlns:p14="http://schemas.microsoft.com/office/powerpoint/2010/main" val="778938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3182EB-876B-9CD6-29DF-24275862E80C}"/>
              </a:ext>
            </a:extLst>
          </p:cNvPr>
          <p:cNvSpPr>
            <a:spLocks noGrp="1"/>
          </p:cNvSpPr>
          <p:nvPr>
            <p:ph type="body" sz="quarter" idx="14"/>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547525" y="1593024"/>
            <a:ext cx="8034499" cy="4572296"/>
          </a:xfrm>
        </p:spPr>
        <p:txBody>
          <a:bodyPr>
            <a:normAutofit/>
          </a:bodyPr>
          <a:lstStyle/>
          <a:p>
            <a:r>
              <a:rPr lang="en-US" dirty="0"/>
              <a:t>In C237 Software Application Development, you created a web application that applied concepts such as:</a:t>
            </a:r>
          </a:p>
          <a:p>
            <a:pPr lvl="1"/>
            <a:r>
              <a:rPr lang="en-US" sz="1600" dirty="0"/>
              <a:t>CRUD</a:t>
            </a:r>
          </a:p>
          <a:p>
            <a:pPr lvl="1"/>
            <a:r>
              <a:rPr lang="en-US" sz="1600" dirty="0"/>
              <a:t>Validation</a:t>
            </a:r>
          </a:p>
          <a:p>
            <a:pPr lvl="1"/>
            <a:r>
              <a:rPr lang="en-US" sz="1600" dirty="0"/>
              <a:t>Roles – Authentication and </a:t>
            </a:r>
            <a:r>
              <a:rPr lang="en-US" sz="1600" dirty="0" err="1"/>
              <a:t>Authorisation</a:t>
            </a:r>
            <a:endParaRPr lang="en-US" sz="1600" dirty="0"/>
          </a:p>
          <a:p>
            <a:pPr lvl="1"/>
            <a:endParaRPr lang="en-US" dirty="0"/>
          </a:p>
        </p:txBody>
      </p:sp>
      <p:sp>
        <p:nvSpPr>
          <p:cNvPr id="2" name="Title 1">
            <a:extLst>
              <a:ext uri="{FF2B5EF4-FFF2-40B4-BE49-F238E27FC236}">
                <a16:creationId xmlns:a16="http://schemas.microsoft.com/office/drawing/2014/main" id="{42AAEACA-3142-8517-F7E0-AB6268659E9F}"/>
              </a:ext>
            </a:extLst>
          </p:cNvPr>
          <p:cNvSpPr>
            <a:spLocks noGrp="1"/>
          </p:cNvSpPr>
          <p:nvPr>
            <p:ph type="title"/>
          </p:nvPr>
        </p:nvSpPr>
        <p:spPr>
          <a:xfrm>
            <a:off x="547524" y="692680"/>
            <a:ext cx="6966429" cy="623667"/>
          </a:xfrm>
        </p:spPr>
        <p:txBody>
          <a:bodyPr anchor="ctr">
            <a:normAutofit fontScale="90000"/>
          </a:bodyPr>
          <a:lstStyle/>
          <a:p>
            <a:r>
              <a:rPr lang="en-US" dirty="0"/>
              <a:t>Web Application Development Review</a:t>
            </a:r>
            <a:endParaRPr lang="en-SG" dirty="0"/>
          </a:p>
        </p:txBody>
      </p:sp>
      <p:pic>
        <p:nvPicPr>
          <p:cNvPr id="8" name="Picture 7">
            <a:extLst>
              <a:ext uri="{FF2B5EF4-FFF2-40B4-BE49-F238E27FC236}">
                <a16:creationId xmlns:a16="http://schemas.microsoft.com/office/drawing/2014/main" id="{9A0B020D-26DF-C02C-8148-1B530DB3DA89}"/>
              </a:ext>
            </a:extLst>
          </p:cNvPr>
          <p:cNvPicPr>
            <a:picLocks noChangeAspect="1"/>
          </p:cNvPicPr>
          <p:nvPr/>
        </p:nvPicPr>
        <p:blipFill>
          <a:blip r:embed="rId2"/>
          <a:stretch>
            <a:fillRect/>
          </a:stretch>
        </p:blipFill>
        <p:spPr>
          <a:xfrm>
            <a:off x="195933" y="3201534"/>
            <a:ext cx="4172898" cy="3157207"/>
          </a:xfrm>
          <a:prstGeom prst="rect">
            <a:avLst/>
          </a:prstGeom>
        </p:spPr>
      </p:pic>
      <p:pic>
        <p:nvPicPr>
          <p:cNvPr id="10" name="Picture 9">
            <a:extLst>
              <a:ext uri="{FF2B5EF4-FFF2-40B4-BE49-F238E27FC236}">
                <a16:creationId xmlns:a16="http://schemas.microsoft.com/office/drawing/2014/main" id="{ADD8E1D1-C249-D7E6-F0FB-54D45DDA5971}"/>
              </a:ext>
            </a:extLst>
          </p:cNvPr>
          <p:cNvPicPr>
            <a:picLocks noChangeAspect="1"/>
          </p:cNvPicPr>
          <p:nvPr/>
        </p:nvPicPr>
        <p:blipFill>
          <a:blip r:embed="rId3"/>
          <a:stretch>
            <a:fillRect/>
          </a:stretch>
        </p:blipFill>
        <p:spPr>
          <a:xfrm>
            <a:off x="4466802" y="3312467"/>
            <a:ext cx="4571999" cy="2852853"/>
          </a:xfrm>
          <a:prstGeom prst="rect">
            <a:avLst/>
          </a:prstGeom>
        </p:spPr>
      </p:pic>
    </p:spTree>
    <p:extLst>
      <p:ext uri="{BB962C8B-B14F-4D97-AF65-F5344CB8AC3E}">
        <p14:creationId xmlns:p14="http://schemas.microsoft.com/office/powerpoint/2010/main" val="62827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1B0EB-10C0-53BB-BA5C-DB3C0160443C}"/>
              </a:ext>
            </a:extLst>
          </p:cNvPr>
          <p:cNvSpPr>
            <a:spLocks noGrp="1"/>
          </p:cNvSpPr>
          <p:nvPr>
            <p:ph type="body" sz="quarter" idx="14"/>
          </p:nvPr>
        </p:nvSpPr>
        <p:spPr/>
        <p:txBody>
          <a:bodyPr>
            <a:normAutofit/>
          </a:bodyPr>
          <a:lstStyle/>
          <a:p>
            <a:pPr>
              <a:lnSpc>
                <a:spcPct val="90000"/>
              </a:lnSpc>
            </a:pPr>
            <a:r>
              <a:rPr lang="en-SG" sz="1800" dirty="0"/>
              <a:t>In this module, we will be building on the skills and knowledge from </a:t>
            </a:r>
            <a:r>
              <a:rPr lang="en-US" sz="1800" dirty="0"/>
              <a:t>C237 Software Application Development and infusing payment technologies into the application. </a:t>
            </a:r>
          </a:p>
          <a:p>
            <a:pPr>
              <a:lnSpc>
                <a:spcPct val="90000"/>
              </a:lnSpc>
            </a:pPr>
            <a:endParaRPr lang="en-US" sz="1800" dirty="0"/>
          </a:p>
          <a:p>
            <a:pPr>
              <a:lnSpc>
                <a:spcPct val="90000"/>
              </a:lnSpc>
            </a:pPr>
            <a:r>
              <a:rPr lang="en-US" sz="1800" dirty="0"/>
              <a:t>The tools we will use are similar to what you have used in C237</a:t>
            </a:r>
          </a:p>
          <a:p>
            <a:pPr lvl="1">
              <a:lnSpc>
                <a:spcPct val="90000"/>
              </a:lnSpc>
              <a:buFont typeface="Arial" panose="020B0604020202020204" pitchFamily="34" charset="0"/>
              <a:buChar char="•"/>
            </a:pPr>
            <a:r>
              <a:rPr lang="en-US" sz="1600" dirty="0" err="1"/>
              <a:t>VSCode</a:t>
            </a:r>
            <a:r>
              <a:rPr lang="en-US" sz="1600" dirty="0"/>
              <a:t> (</a:t>
            </a:r>
            <a:r>
              <a:rPr lang="en-US" sz="1600" dirty="0">
                <a:hlinkClick r:id="rId3"/>
              </a:rPr>
              <a:t>https://code.visualstudio.com/download</a:t>
            </a:r>
            <a:r>
              <a:rPr lang="en-US" sz="1600" dirty="0"/>
              <a:t>)</a:t>
            </a:r>
          </a:p>
          <a:p>
            <a:pPr lvl="1">
              <a:lnSpc>
                <a:spcPct val="90000"/>
              </a:lnSpc>
              <a:buFont typeface="Arial" panose="020B0604020202020204" pitchFamily="34" charset="0"/>
              <a:buChar char="•"/>
            </a:pPr>
            <a:r>
              <a:rPr lang="en-US" sz="1600" dirty="0"/>
              <a:t>NodeJS (</a:t>
            </a:r>
            <a:r>
              <a:rPr lang="en-US" sz="1600" dirty="0">
                <a:hlinkClick r:id="rId4"/>
              </a:rPr>
              <a:t>https://nodejs.org/en</a:t>
            </a:r>
            <a:r>
              <a:rPr lang="en-US" sz="1600" dirty="0"/>
              <a:t>) </a:t>
            </a:r>
          </a:p>
          <a:p>
            <a:pPr lvl="1">
              <a:lnSpc>
                <a:spcPct val="90000"/>
              </a:lnSpc>
              <a:buFont typeface="Arial" panose="020B0604020202020204" pitchFamily="34" charset="0"/>
              <a:buChar char="•"/>
            </a:pPr>
            <a:r>
              <a:rPr lang="en-US" sz="1600" dirty="0"/>
              <a:t>MySQL (</a:t>
            </a:r>
            <a:r>
              <a:rPr lang="en-US" sz="1600" dirty="0">
                <a:hlinkClick r:id="rId5"/>
              </a:rPr>
              <a:t>https://dev.mysql.com/downloads/mysql/</a:t>
            </a:r>
            <a:r>
              <a:rPr lang="en-US" sz="1600" dirty="0"/>
              <a:t>) </a:t>
            </a:r>
          </a:p>
          <a:p>
            <a:pPr lvl="1">
              <a:lnSpc>
                <a:spcPct val="90000"/>
              </a:lnSpc>
              <a:buFont typeface="Arial" panose="020B0604020202020204" pitchFamily="34" charset="0"/>
              <a:buChar char="•"/>
            </a:pPr>
            <a:r>
              <a:rPr lang="en-US" sz="1600" dirty="0"/>
              <a:t>MySQL Workbench(Recommended) or PhpMyAdmin (</a:t>
            </a:r>
            <a:r>
              <a:rPr lang="en-US" sz="1600" dirty="0">
                <a:hlinkClick r:id="rId6"/>
              </a:rPr>
              <a:t>https://dev.mysql.com/downloads/workbench/</a:t>
            </a:r>
            <a:r>
              <a:rPr lang="en-US" sz="1600" dirty="0"/>
              <a:t>) </a:t>
            </a:r>
          </a:p>
          <a:p>
            <a:pPr lvl="1"/>
            <a:r>
              <a:rPr lang="en-SG" sz="1600" dirty="0"/>
              <a:t>Git (</a:t>
            </a:r>
            <a:r>
              <a:rPr lang="en-SG" sz="1600" dirty="0">
                <a:hlinkClick r:id="rId7"/>
              </a:rPr>
              <a:t>https://git-scm.com/downloads</a:t>
            </a:r>
            <a:r>
              <a:rPr lang="en-SG" sz="1600" dirty="0"/>
              <a:t>)</a:t>
            </a:r>
          </a:p>
          <a:p>
            <a:pPr lvl="1"/>
            <a:r>
              <a:rPr lang="en-SG" sz="1600" dirty="0"/>
              <a:t>GitHub extension for </a:t>
            </a:r>
            <a:r>
              <a:rPr lang="en-SG" sz="1600" dirty="0" err="1"/>
              <a:t>VSCode</a:t>
            </a:r>
            <a:endParaRPr lang="en-US" sz="1400" dirty="0"/>
          </a:p>
          <a:p>
            <a:pPr marL="342900" lvl="1" indent="0">
              <a:lnSpc>
                <a:spcPct val="90000"/>
              </a:lnSpc>
              <a:buNone/>
            </a:pPr>
            <a:endParaRPr lang="en-US" sz="1400" dirty="0"/>
          </a:p>
          <a:p>
            <a:pPr marL="342900" lvl="1" indent="0">
              <a:lnSpc>
                <a:spcPct val="90000"/>
              </a:lnSpc>
              <a:buNone/>
            </a:pPr>
            <a:r>
              <a:rPr lang="en-US" sz="1800" dirty="0"/>
              <a:t>You may also refer to the resources from C206, and C207 in the </a:t>
            </a:r>
            <a:r>
              <a:rPr lang="en-US" sz="1800" b="1" dirty="0"/>
              <a:t>Resources</a:t>
            </a:r>
            <a:r>
              <a:rPr lang="en-US" sz="1800" dirty="0"/>
              <a:t> folder provided to you.</a:t>
            </a:r>
            <a:endParaRPr lang="en-SG" sz="1800" dirty="0"/>
          </a:p>
        </p:txBody>
      </p:sp>
      <p:sp>
        <p:nvSpPr>
          <p:cNvPr id="2" name="Title 1">
            <a:extLst>
              <a:ext uri="{FF2B5EF4-FFF2-40B4-BE49-F238E27FC236}">
                <a16:creationId xmlns:a16="http://schemas.microsoft.com/office/drawing/2014/main" id="{009A45B1-57EC-1CF1-8CE7-1A3B143118C5}"/>
              </a:ext>
            </a:extLst>
          </p:cNvPr>
          <p:cNvSpPr>
            <a:spLocks noGrp="1"/>
          </p:cNvSpPr>
          <p:nvPr>
            <p:ph type="title"/>
          </p:nvPr>
        </p:nvSpPr>
        <p:spPr/>
        <p:txBody>
          <a:bodyPr>
            <a:normAutofit fontScale="90000"/>
          </a:bodyPr>
          <a:lstStyle/>
          <a:p>
            <a:r>
              <a:rPr lang="en-US" dirty="0"/>
              <a:t>Web Application Development Review</a:t>
            </a:r>
            <a:endParaRPr lang="en-SG" dirty="0"/>
          </a:p>
        </p:txBody>
      </p:sp>
    </p:spTree>
    <p:extLst>
      <p:ext uri="{BB962C8B-B14F-4D97-AF65-F5344CB8AC3E}">
        <p14:creationId xmlns:p14="http://schemas.microsoft.com/office/powerpoint/2010/main" val="1311668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32A2C-7AC1-422B-7DFB-C4A62481F89B}"/>
              </a:ext>
            </a:extLst>
          </p:cNvPr>
          <p:cNvSpPr>
            <a:spLocks noGrp="1"/>
          </p:cNvSpPr>
          <p:nvPr>
            <p:ph type="body" sz="quarter" idx="14"/>
          </p:nvPr>
        </p:nvSpPr>
        <p:spPr/>
        <p:txBody>
          <a:bodyPr/>
          <a:lstStyle/>
          <a:p>
            <a:r>
              <a:rPr lang="en-SG" dirty="0"/>
              <a:t>To check that you have everything you need for this module, we will set up a new project.</a:t>
            </a:r>
          </a:p>
          <a:p>
            <a:endParaRPr lang="en-SG" dirty="0"/>
          </a:p>
          <a:p>
            <a:r>
              <a:rPr lang="en-SG" dirty="0">
                <a:highlight>
                  <a:srgbClr val="FFFF00"/>
                </a:highlight>
              </a:rPr>
              <a:t>Do create a new working folder for this module. </a:t>
            </a:r>
            <a:r>
              <a:rPr lang="en-SG" dirty="0"/>
              <a:t>(Don’t mix up your code from C237)</a:t>
            </a:r>
          </a:p>
          <a:p>
            <a:endParaRPr lang="en-SG" dirty="0"/>
          </a:p>
        </p:txBody>
      </p:sp>
      <p:sp>
        <p:nvSpPr>
          <p:cNvPr id="2" name="Title 1">
            <a:extLst>
              <a:ext uri="{FF2B5EF4-FFF2-40B4-BE49-F238E27FC236}">
                <a16:creationId xmlns:a16="http://schemas.microsoft.com/office/drawing/2014/main" id="{AF298492-6459-C122-7810-229D767DE64E}"/>
              </a:ext>
            </a:extLst>
          </p:cNvPr>
          <p:cNvSpPr>
            <a:spLocks noGrp="1"/>
          </p:cNvSpPr>
          <p:nvPr>
            <p:ph type="title"/>
          </p:nvPr>
        </p:nvSpPr>
        <p:spPr/>
        <p:txBody>
          <a:bodyPr>
            <a:normAutofit fontScale="90000"/>
          </a:bodyPr>
          <a:lstStyle/>
          <a:p>
            <a:r>
              <a:rPr lang="en-US" dirty="0"/>
              <a:t>Web Application Development Review</a:t>
            </a:r>
            <a:endParaRPr lang="en-SG" dirty="0"/>
          </a:p>
        </p:txBody>
      </p:sp>
    </p:spTree>
    <p:extLst>
      <p:ext uri="{BB962C8B-B14F-4D97-AF65-F5344CB8AC3E}">
        <p14:creationId xmlns:p14="http://schemas.microsoft.com/office/powerpoint/2010/main" val="1462119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357D-A198-187F-1917-2997D07ABAB7}"/>
              </a:ext>
            </a:extLst>
          </p:cNvPr>
          <p:cNvSpPr>
            <a:spLocks noGrp="1"/>
          </p:cNvSpPr>
          <p:nvPr>
            <p:ph type="title"/>
          </p:nvPr>
        </p:nvSpPr>
        <p:spPr/>
        <p:txBody>
          <a:bodyPr>
            <a:normAutofit/>
          </a:bodyPr>
          <a:lstStyle/>
          <a:p>
            <a:r>
              <a:rPr lang="en-SG" dirty="0"/>
              <a:t>Setting up a new project</a:t>
            </a:r>
          </a:p>
        </p:txBody>
      </p:sp>
      <p:sp>
        <p:nvSpPr>
          <p:cNvPr id="3" name="Text Placeholder 2">
            <a:extLst>
              <a:ext uri="{FF2B5EF4-FFF2-40B4-BE49-F238E27FC236}">
                <a16:creationId xmlns:a16="http://schemas.microsoft.com/office/drawing/2014/main" id="{7B40ADC4-CA31-4356-C65F-C38D9553CA4C}"/>
              </a:ext>
            </a:extLst>
          </p:cNvPr>
          <p:cNvSpPr>
            <a:spLocks noGrp="1"/>
          </p:cNvSpPr>
          <p:nvPr>
            <p:ph sz="quarter" idx="20"/>
          </p:nvPr>
        </p:nvSpPr>
        <p:spPr/>
        <p:txBody>
          <a:bodyPr>
            <a:normAutofit/>
          </a:bodyPr>
          <a:lstStyle/>
          <a:p>
            <a:r>
              <a:rPr lang="en-SG" dirty="0"/>
              <a:t>Start a new </a:t>
            </a:r>
            <a:r>
              <a:rPr lang="en-SG" dirty="0" err="1"/>
              <a:t>VSCode</a:t>
            </a:r>
            <a:r>
              <a:rPr lang="en-SG" dirty="0"/>
              <a:t> Window. It should look similar to the screen capture here.</a:t>
            </a:r>
          </a:p>
          <a:p>
            <a:endParaRPr lang="en-SG" dirty="0"/>
          </a:p>
          <a:p>
            <a:r>
              <a:rPr lang="en-SG" dirty="0"/>
              <a:t>Click on    to open the </a:t>
            </a:r>
            <a:r>
              <a:rPr lang="en-SG" dirty="0" err="1"/>
              <a:t>VSCode</a:t>
            </a:r>
            <a:r>
              <a:rPr lang="en-SG" dirty="0"/>
              <a:t> explorer panel</a:t>
            </a:r>
          </a:p>
          <a:p>
            <a:endParaRPr lang="en-SG" dirty="0"/>
          </a:p>
          <a:p>
            <a:r>
              <a:rPr lang="en-SG" dirty="0"/>
              <a:t>Click </a:t>
            </a:r>
            <a:r>
              <a:rPr lang="en-SG" b="1" dirty="0"/>
              <a:t>Open Folder </a:t>
            </a:r>
            <a:r>
              <a:rPr lang="en-SG" dirty="0"/>
              <a:t>to browser to the location where you wish to store your code. (Usually in the module folder itself)</a:t>
            </a:r>
          </a:p>
        </p:txBody>
      </p:sp>
      <p:sp>
        <p:nvSpPr>
          <p:cNvPr id="4" name="Content Placeholder 3">
            <a:extLst>
              <a:ext uri="{FF2B5EF4-FFF2-40B4-BE49-F238E27FC236}">
                <a16:creationId xmlns:a16="http://schemas.microsoft.com/office/drawing/2014/main" id="{57EFA640-DE57-211B-EC1B-45DCDAF3C863}"/>
              </a:ext>
            </a:extLst>
          </p:cNvPr>
          <p:cNvSpPr>
            <a:spLocks noGrp="1"/>
          </p:cNvSpPr>
          <p:nvPr>
            <p:ph sz="quarter" idx="21"/>
          </p:nvPr>
        </p:nvSpPr>
        <p:spPr/>
        <p:txBody>
          <a:bodyPr/>
          <a:lstStyle/>
          <a:p>
            <a:endParaRPr lang="en-SG"/>
          </a:p>
        </p:txBody>
      </p:sp>
      <p:pic>
        <p:nvPicPr>
          <p:cNvPr id="5" name="Picture 4">
            <a:extLst>
              <a:ext uri="{FF2B5EF4-FFF2-40B4-BE49-F238E27FC236}">
                <a16:creationId xmlns:a16="http://schemas.microsoft.com/office/drawing/2014/main" id="{32A490E2-30BA-ECCD-BDBA-93817796958F}"/>
              </a:ext>
            </a:extLst>
          </p:cNvPr>
          <p:cNvPicPr>
            <a:picLocks noChangeAspect="1"/>
          </p:cNvPicPr>
          <p:nvPr/>
        </p:nvPicPr>
        <p:blipFill>
          <a:blip r:embed="rId2"/>
          <a:stretch>
            <a:fillRect/>
          </a:stretch>
        </p:blipFill>
        <p:spPr>
          <a:xfrm>
            <a:off x="4455760" y="1834825"/>
            <a:ext cx="4251133" cy="3188350"/>
          </a:xfrm>
          <a:prstGeom prst="rect">
            <a:avLst/>
          </a:prstGeom>
          <a:noFill/>
        </p:spPr>
      </p:pic>
      <p:pic>
        <p:nvPicPr>
          <p:cNvPr id="7" name="Picture 6">
            <a:extLst>
              <a:ext uri="{FF2B5EF4-FFF2-40B4-BE49-F238E27FC236}">
                <a16:creationId xmlns:a16="http://schemas.microsoft.com/office/drawing/2014/main" id="{360C75E9-8477-8BEA-1DF1-FF4ADA15FED8}"/>
              </a:ext>
            </a:extLst>
          </p:cNvPr>
          <p:cNvPicPr>
            <a:picLocks noChangeAspect="1"/>
          </p:cNvPicPr>
          <p:nvPr/>
        </p:nvPicPr>
        <p:blipFill>
          <a:blip r:embed="rId3"/>
          <a:stretch>
            <a:fillRect/>
          </a:stretch>
        </p:blipFill>
        <p:spPr>
          <a:xfrm>
            <a:off x="1809903" y="3213089"/>
            <a:ext cx="215911" cy="215911"/>
          </a:xfrm>
          <a:prstGeom prst="rect">
            <a:avLst/>
          </a:prstGeom>
        </p:spPr>
      </p:pic>
      <p:sp>
        <p:nvSpPr>
          <p:cNvPr id="8" name="Oval 7">
            <a:extLst>
              <a:ext uri="{FF2B5EF4-FFF2-40B4-BE49-F238E27FC236}">
                <a16:creationId xmlns:a16="http://schemas.microsoft.com/office/drawing/2014/main" id="{B4A07003-C0A4-4765-36D7-E9B7F10F41FA}"/>
              </a:ext>
            </a:extLst>
          </p:cNvPr>
          <p:cNvSpPr/>
          <p:nvPr/>
        </p:nvSpPr>
        <p:spPr>
          <a:xfrm>
            <a:off x="4419600" y="1967109"/>
            <a:ext cx="215911"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CEE99C52-14E3-B4E8-B271-D54B1EEA19D5}"/>
              </a:ext>
            </a:extLst>
          </p:cNvPr>
          <p:cNvSpPr/>
          <p:nvPr/>
        </p:nvSpPr>
        <p:spPr>
          <a:xfrm>
            <a:off x="4688241" y="2405767"/>
            <a:ext cx="711200"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62619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D29D9-23DD-CE2D-8754-40C3E5B28048}"/>
              </a:ext>
            </a:extLst>
          </p:cNvPr>
          <p:cNvSpPr>
            <a:spLocks noGrp="1"/>
          </p:cNvSpPr>
          <p:nvPr>
            <p:ph type="title"/>
          </p:nvPr>
        </p:nvSpPr>
        <p:spPr/>
        <p:txBody>
          <a:bodyPr>
            <a:normAutofit/>
          </a:bodyPr>
          <a:lstStyle/>
          <a:p>
            <a:r>
              <a:rPr lang="en-SG" dirty="0"/>
              <a:t>Setting up a new project</a:t>
            </a:r>
          </a:p>
        </p:txBody>
      </p:sp>
      <p:sp>
        <p:nvSpPr>
          <p:cNvPr id="3" name="Content Placeholder 2">
            <a:extLst>
              <a:ext uri="{FF2B5EF4-FFF2-40B4-BE49-F238E27FC236}">
                <a16:creationId xmlns:a16="http://schemas.microsoft.com/office/drawing/2014/main" id="{A86D35FB-F3C8-F2F2-3C9C-BE6525BA9894}"/>
              </a:ext>
            </a:extLst>
          </p:cNvPr>
          <p:cNvSpPr>
            <a:spLocks noGrp="1"/>
          </p:cNvSpPr>
          <p:nvPr>
            <p:ph sz="quarter" idx="20"/>
          </p:nvPr>
        </p:nvSpPr>
        <p:spPr/>
        <p:txBody>
          <a:bodyPr>
            <a:normAutofit fontScale="92500" lnSpcReduction="10000"/>
          </a:bodyPr>
          <a:lstStyle/>
          <a:p>
            <a:r>
              <a:rPr lang="en-SG" sz="2000" dirty="0"/>
              <a:t>You should see an empty folder</a:t>
            </a:r>
          </a:p>
          <a:p>
            <a:endParaRPr lang="en-SG" sz="2000" dirty="0"/>
          </a:p>
          <a:p>
            <a:r>
              <a:rPr lang="en-SG" sz="2000" dirty="0"/>
              <a:t>Click on the </a:t>
            </a:r>
            <a:r>
              <a:rPr lang="en-SG" sz="2000" b="1" dirty="0"/>
              <a:t>New Folder </a:t>
            </a:r>
            <a:r>
              <a:rPr lang="en-SG" sz="2000" dirty="0"/>
              <a:t>icon to create a new folder named </a:t>
            </a:r>
            <a:r>
              <a:rPr lang="en-SG" sz="2000" b="1" dirty="0"/>
              <a:t>Week01</a:t>
            </a:r>
          </a:p>
          <a:p>
            <a:endParaRPr lang="en-SG" b="1" dirty="0"/>
          </a:p>
          <a:p>
            <a:r>
              <a:rPr lang="en-SG" dirty="0"/>
              <a:t>Right-click on </a:t>
            </a:r>
            <a:r>
              <a:rPr lang="en-SG" b="1" dirty="0"/>
              <a:t>Week01</a:t>
            </a:r>
            <a:r>
              <a:rPr lang="en-SG" dirty="0"/>
              <a:t> folder to create a new folder within the </a:t>
            </a:r>
            <a:r>
              <a:rPr lang="en-SG" b="1" dirty="0"/>
              <a:t>Week01</a:t>
            </a:r>
            <a:r>
              <a:rPr lang="en-SG" dirty="0"/>
              <a:t> folder, named </a:t>
            </a:r>
            <a:r>
              <a:rPr lang="en-SG" b="1" dirty="0" err="1"/>
              <a:t>HelloApp</a:t>
            </a:r>
            <a:endParaRPr lang="en-SG" b="1" dirty="0"/>
          </a:p>
          <a:p>
            <a:endParaRPr lang="en-SG" sz="2000" b="1" dirty="0"/>
          </a:p>
          <a:p>
            <a:endParaRPr lang="en-SG" sz="2000" b="1" dirty="0"/>
          </a:p>
          <a:p>
            <a:r>
              <a:rPr lang="en-SG" sz="2000" dirty="0"/>
              <a:t>Right-click on the </a:t>
            </a:r>
            <a:r>
              <a:rPr lang="en-SG" sz="2000" b="1" dirty="0" err="1"/>
              <a:t>HelloApp</a:t>
            </a:r>
            <a:r>
              <a:rPr lang="en-SG" sz="2000" dirty="0"/>
              <a:t> folder and select </a:t>
            </a:r>
            <a:r>
              <a:rPr lang="en-SG" sz="2000" b="1" dirty="0"/>
              <a:t>Open in Integrated Terminal</a:t>
            </a:r>
          </a:p>
        </p:txBody>
      </p:sp>
      <p:pic>
        <p:nvPicPr>
          <p:cNvPr id="8" name="Picture 7">
            <a:extLst>
              <a:ext uri="{FF2B5EF4-FFF2-40B4-BE49-F238E27FC236}">
                <a16:creationId xmlns:a16="http://schemas.microsoft.com/office/drawing/2014/main" id="{3E1A4A56-8626-D542-3D0F-84DBB71301B0}"/>
              </a:ext>
            </a:extLst>
          </p:cNvPr>
          <p:cNvPicPr>
            <a:picLocks noChangeAspect="1"/>
          </p:cNvPicPr>
          <p:nvPr/>
        </p:nvPicPr>
        <p:blipFill rotWithShape="1">
          <a:blip r:embed="rId2"/>
          <a:srcRect r="63871" b="81430"/>
          <a:stretch>
            <a:fillRect/>
          </a:stretch>
        </p:blipFill>
        <p:spPr>
          <a:xfrm>
            <a:off x="5142122" y="1409481"/>
            <a:ext cx="2510535" cy="967783"/>
          </a:xfrm>
          <a:prstGeom prst="rect">
            <a:avLst/>
          </a:prstGeom>
          <a:noFill/>
        </p:spPr>
      </p:pic>
      <p:sp>
        <p:nvSpPr>
          <p:cNvPr id="9" name="Oval 8">
            <a:extLst>
              <a:ext uri="{FF2B5EF4-FFF2-40B4-BE49-F238E27FC236}">
                <a16:creationId xmlns:a16="http://schemas.microsoft.com/office/drawing/2014/main" id="{165A3F4D-4386-AD0D-2535-5CFC1A0C3A08}"/>
              </a:ext>
            </a:extLst>
          </p:cNvPr>
          <p:cNvSpPr/>
          <p:nvPr/>
        </p:nvSpPr>
        <p:spPr>
          <a:xfrm>
            <a:off x="6303975" y="1814976"/>
            <a:ext cx="215911"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pic>
        <p:nvPicPr>
          <p:cNvPr id="6" name="Picture 5">
            <a:extLst>
              <a:ext uri="{FF2B5EF4-FFF2-40B4-BE49-F238E27FC236}">
                <a16:creationId xmlns:a16="http://schemas.microsoft.com/office/drawing/2014/main" id="{921C8E90-9A16-4344-C19F-0B1AC5FD7006}"/>
              </a:ext>
            </a:extLst>
          </p:cNvPr>
          <p:cNvPicPr>
            <a:picLocks noChangeAspect="1"/>
          </p:cNvPicPr>
          <p:nvPr/>
        </p:nvPicPr>
        <p:blipFill>
          <a:blip r:embed="rId3"/>
          <a:srcRect b="13517"/>
          <a:stretch>
            <a:fillRect/>
          </a:stretch>
        </p:blipFill>
        <p:spPr>
          <a:xfrm>
            <a:off x="5115158" y="2490331"/>
            <a:ext cx="2537499" cy="1068226"/>
          </a:xfrm>
          <a:prstGeom prst="rect">
            <a:avLst/>
          </a:prstGeom>
        </p:spPr>
      </p:pic>
      <p:pic>
        <p:nvPicPr>
          <p:cNvPr id="10" name="Picture 9">
            <a:extLst>
              <a:ext uri="{FF2B5EF4-FFF2-40B4-BE49-F238E27FC236}">
                <a16:creationId xmlns:a16="http://schemas.microsoft.com/office/drawing/2014/main" id="{40757EBD-5A0F-3B9C-8162-8088EA61CE50}"/>
              </a:ext>
            </a:extLst>
          </p:cNvPr>
          <p:cNvPicPr>
            <a:picLocks noChangeAspect="1"/>
          </p:cNvPicPr>
          <p:nvPr/>
        </p:nvPicPr>
        <p:blipFill>
          <a:blip r:embed="rId4"/>
          <a:stretch>
            <a:fillRect/>
          </a:stretch>
        </p:blipFill>
        <p:spPr>
          <a:xfrm>
            <a:off x="5115158" y="3707726"/>
            <a:ext cx="2537499" cy="1135197"/>
          </a:xfrm>
          <a:prstGeom prst="rect">
            <a:avLst/>
          </a:prstGeom>
        </p:spPr>
      </p:pic>
      <p:pic>
        <p:nvPicPr>
          <p:cNvPr id="14" name="Picture 13">
            <a:extLst>
              <a:ext uri="{FF2B5EF4-FFF2-40B4-BE49-F238E27FC236}">
                <a16:creationId xmlns:a16="http://schemas.microsoft.com/office/drawing/2014/main" id="{C7700889-36F0-08B1-E934-173ABED42858}"/>
              </a:ext>
            </a:extLst>
          </p:cNvPr>
          <p:cNvPicPr>
            <a:picLocks noChangeAspect="1"/>
          </p:cNvPicPr>
          <p:nvPr/>
        </p:nvPicPr>
        <p:blipFill>
          <a:blip r:embed="rId5"/>
          <a:stretch>
            <a:fillRect/>
          </a:stretch>
        </p:blipFill>
        <p:spPr>
          <a:xfrm>
            <a:off x="5115158" y="5002978"/>
            <a:ext cx="3233400" cy="1749320"/>
          </a:xfrm>
          <a:prstGeom prst="rect">
            <a:avLst/>
          </a:prstGeom>
        </p:spPr>
      </p:pic>
      <p:sp>
        <p:nvSpPr>
          <p:cNvPr id="12" name="Oval 11">
            <a:extLst>
              <a:ext uri="{FF2B5EF4-FFF2-40B4-BE49-F238E27FC236}">
                <a16:creationId xmlns:a16="http://schemas.microsoft.com/office/drawing/2014/main" id="{B465E0B6-9FF5-FFA1-EB94-CA38770C697C}"/>
              </a:ext>
            </a:extLst>
          </p:cNvPr>
          <p:cNvSpPr/>
          <p:nvPr/>
        </p:nvSpPr>
        <p:spPr>
          <a:xfrm>
            <a:off x="5997375" y="6441143"/>
            <a:ext cx="1764792" cy="31115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84578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D7027-9350-2F17-95D6-2C015DCD3DB8}"/>
              </a:ext>
            </a:extLst>
          </p:cNvPr>
          <p:cNvSpPr>
            <a:spLocks noGrp="1"/>
          </p:cNvSpPr>
          <p:nvPr>
            <p:ph type="title"/>
          </p:nvPr>
        </p:nvSpPr>
        <p:spPr/>
        <p:txBody>
          <a:bodyPr/>
          <a:lstStyle/>
          <a:p>
            <a:r>
              <a:rPr lang="en-SG" dirty="0"/>
              <a:t>Setting up a new project</a:t>
            </a:r>
          </a:p>
        </p:txBody>
      </p:sp>
      <p:sp>
        <p:nvSpPr>
          <p:cNvPr id="3" name="Content Placeholder 2">
            <a:extLst>
              <a:ext uri="{FF2B5EF4-FFF2-40B4-BE49-F238E27FC236}">
                <a16:creationId xmlns:a16="http://schemas.microsoft.com/office/drawing/2014/main" id="{E8394874-3B97-2D1E-01B3-AEAFDE4F5589}"/>
              </a:ext>
            </a:extLst>
          </p:cNvPr>
          <p:cNvSpPr>
            <a:spLocks noGrp="1"/>
          </p:cNvSpPr>
          <p:nvPr>
            <p:ph sz="quarter" idx="20"/>
          </p:nvPr>
        </p:nvSpPr>
        <p:spPr>
          <a:xfrm>
            <a:off x="546100" y="1409481"/>
            <a:ext cx="3507228" cy="4838919"/>
          </a:xfrm>
        </p:spPr>
        <p:txBody>
          <a:bodyPr/>
          <a:lstStyle/>
          <a:p>
            <a:r>
              <a:rPr lang="en-SG" dirty="0"/>
              <a:t>You should see the console appearing below. </a:t>
            </a:r>
          </a:p>
          <a:p>
            <a:endParaRPr lang="en-SG" dirty="0"/>
          </a:p>
          <a:p>
            <a:r>
              <a:rPr lang="en-SG" dirty="0"/>
              <a:t>Check that the console is in the </a:t>
            </a:r>
            <a:r>
              <a:rPr lang="en-SG" b="1" dirty="0" err="1"/>
              <a:t>HelloApp</a:t>
            </a:r>
            <a:r>
              <a:rPr lang="en-SG" dirty="0"/>
              <a:t> folder </a:t>
            </a:r>
          </a:p>
        </p:txBody>
      </p:sp>
      <p:pic>
        <p:nvPicPr>
          <p:cNvPr id="8" name="Picture 7">
            <a:extLst>
              <a:ext uri="{FF2B5EF4-FFF2-40B4-BE49-F238E27FC236}">
                <a16:creationId xmlns:a16="http://schemas.microsoft.com/office/drawing/2014/main" id="{E2E42941-2264-B36E-039D-E6841DC49729}"/>
              </a:ext>
            </a:extLst>
          </p:cNvPr>
          <p:cNvPicPr>
            <a:picLocks noChangeAspect="1"/>
          </p:cNvPicPr>
          <p:nvPr/>
        </p:nvPicPr>
        <p:blipFill>
          <a:blip r:embed="rId2"/>
          <a:stretch>
            <a:fillRect/>
          </a:stretch>
        </p:blipFill>
        <p:spPr>
          <a:xfrm>
            <a:off x="847786" y="3487038"/>
            <a:ext cx="6935499" cy="3196001"/>
          </a:xfrm>
          <a:prstGeom prst="rect">
            <a:avLst/>
          </a:prstGeom>
        </p:spPr>
      </p:pic>
      <p:sp>
        <p:nvSpPr>
          <p:cNvPr id="7" name="Oval 6">
            <a:extLst>
              <a:ext uri="{FF2B5EF4-FFF2-40B4-BE49-F238E27FC236}">
                <a16:creationId xmlns:a16="http://schemas.microsoft.com/office/drawing/2014/main" id="{4E43E747-83BD-DE37-8B82-B3637FF75143}"/>
              </a:ext>
            </a:extLst>
          </p:cNvPr>
          <p:cNvSpPr/>
          <p:nvPr/>
        </p:nvSpPr>
        <p:spPr>
          <a:xfrm>
            <a:off x="7083869" y="6138862"/>
            <a:ext cx="498158" cy="21907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03179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normAutofit/>
          </a:bodyPr>
          <a:lstStyle/>
          <a:p>
            <a:r>
              <a:rPr lang="en-US" dirty="0"/>
              <a:t>To initialize the </a:t>
            </a:r>
            <a:r>
              <a:rPr lang="en-US" b="1" dirty="0" err="1"/>
              <a:t>HelloApp</a:t>
            </a:r>
            <a:r>
              <a:rPr lang="en-US" dirty="0"/>
              <a:t> folder as a NodeJS project, enter the command in the console.</a:t>
            </a:r>
          </a:p>
          <a:p>
            <a:pPr marL="0" indent="0" algn="ctr">
              <a:buNone/>
            </a:pPr>
            <a:r>
              <a:rPr lang="en-US" dirty="0" err="1">
                <a:solidFill>
                  <a:srgbClr val="00B050"/>
                </a:solidFill>
                <a:latin typeface="Consolas" panose="020B0609020204030204" pitchFamily="49" charset="0"/>
              </a:rPr>
              <a:t>npm</a:t>
            </a:r>
            <a:r>
              <a:rPr lang="en-US" dirty="0">
                <a:solidFill>
                  <a:srgbClr val="00B050"/>
                </a:solidFill>
                <a:latin typeface="Consolas" panose="020B0609020204030204" pitchFamily="49" charset="0"/>
              </a:rPr>
              <a:t> </a:t>
            </a:r>
            <a:r>
              <a:rPr lang="en-US" dirty="0" err="1">
                <a:solidFill>
                  <a:srgbClr val="00B050"/>
                </a:solidFill>
                <a:latin typeface="Consolas" panose="020B0609020204030204" pitchFamily="49" charset="0"/>
              </a:rPr>
              <a:t>init</a:t>
            </a:r>
            <a:r>
              <a:rPr lang="en-US" dirty="0">
                <a:solidFill>
                  <a:srgbClr val="00B050"/>
                </a:solidFill>
                <a:latin typeface="Consolas" panose="020B0609020204030204" pitchFamily="49" charset="0"/>
              </a:rPr>
              <a:t> –y</a:t>
            </a:r>
          </a:p>
          <a:p>
            <a:pPr marL="0" indent="0">
              <a:buNone/>
            </a:pPr>
            <a:endParaRPr lang="en-US" dirty="0"/>
          </a:p>
          <a:p>
            <a:r>
              <a:rPr lang="en-US" dirty="0"/>
              <a:t>You should see the changes in </a:t>
            </a:r>
            <a:r>
              <a:rPr lang="en-US" dirty="0" err="1"/>
              <a:t>VSCode</a:t>
            </a:r>
            <a:r>
              <a:rPr lang="en-US" dirty="0"/>
              <a:t> project structure and console output</a:t>
            </a:r>
          </a:p>
          <a:p>
            <a:pPr marL="0" indent="0">
              <a:buNone/>
            </a:pPr>
            <a:r>
              <a:rPr lang="en-US" dirty="0"/>
              <a:t>	</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 new project</a:t>
            </a:r>
            <a:endParaRPr lang="en-US" dirty="0"/>
          </a:p>
        </p:txBody>
      </p:sp>
      <p:pic>
        <p:nvPicPr>
          <p:cNvPr id="3" name="Picture 2">
            <a:extLst>
              <a:ext uri="{FF2B5EF4-FFF2-40B4-BE49-F238E27FC236}">
                <a16:creationId xmlns:a16="http://schemas.microsoft.com/office/drawing/2014/main" id="{AFB85F60-B8C2-B700-06F5-34D3FE1BA0A7}"/>
              </a:ext>
            </a:extLst>
          </p:cNvPr>
          <p:cNvPicPr>
            <a:picLocks noChangeAspect="1"/>
          </p:cNvPicPr>
          <p:nvPr/>
        </p:nvPicPr>
        <p:blipFill>
          <a:blip r:embed="rId2"/>
          <a:stretch>
            <a:fillRect/>
          </a:stretch>
        </p:blipFill>
        <p:spPr>
          <a:xfrm>
            <a:off x="899308" y="3755570"/>
            <a:ext cx="4325435" cy="2786743"/>
          </a:xfrm>
          <a:prstGeom prst="rect">
            <a:avLst/>
          </a:prstGeom>
        </p:spPr>
      </p:pic>
    </p:spTree>
    <p:extLst>
      <p:ext uri="{BB962C8B-B14F-4D97-AF65-F5344CB8AC3E}">
        <p14:creationId xmlns:p14="http://schemas.microsoft.com/office/powerpoint/2010/main" val="3970751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5326501" cy="4572296"/>
          </a:xfrm>
        </p:spPr>
        <p:txBody>
          <a:bodyPr>
            <a:normAutofit/>
          </a:bodyPr>
          <a:lstStyle/>
          <a:p>
            <a:pPr>
              <a:lnSpc>
                <a:spcPct val="90000"/>
              </a:lnSpc>
            </a:pPr>
            <a:r>
              <a:rPr lang="en-US" dirty="0"/>
              <a:t>Recall in C237, we installed several packages.</a:t>
            </a:r>
          </a:p>
          <a:p>
            <a:pPr>
              <a:lnSpc>
                <a:spcPct val="90000"/>
              </a:lnSpc>
            </a:pPr>
            <a:endParaRPr lang="en-US" dirty="0"/>
          </a:p>
          <a:p>
            <a:pPr>
              <a:lnSpc>
                <a:spcPct val="90000"/>
              </a:lnSpc>
            </a:pPr>
            <a:r>
              <a:rPr lang="en-US" dirty="0"/>
              <a:t>To test our setup, we will only install the express package</a:t>
            </a:r>
          </a:p>
          <a:p>
            <a:pPr lvl="1">
              <a:lnSpc>
                <a:spcPct val="90000"/>
              </a:lnSpc>
              <a:buFont typeface="Arial" panose="020B0604020202020204" pitchFamily="34" charset="0"/>
              <a:buChar char="•"/>
            </a:pPr>
            <a:endParaRPr lang="en-US" sz="1800" dirty="0"/>
          </a:p>
          <a:p>
            <a:pPr>
              <a:lnSpc>
                <a:spcPct val="90000"/>
              </a:lnSpc>
              <a:buFont typeface="Arial" panose="020B0604020202020204" pitchFamily="34" charset="0"/>
              <a:buChar char="•"/>
            </a:pPr>
            <a:r>
              <a:rPr lang="en-US" dirty="0"/>
              <a:t>To install, type the command in the console:</a:t>
            </a:r>
          </a:p>
          <a:p>
            <a:pPr marL="300038" lvl="1" indent="0">
              <a:lnSpc>
                <a:spcPct val="90000"/>
              </a:lnSpc>
              <a:buNone/>
            </a:pPr>
            <a:r>
              <a:rPr lang="en-US" dirty="0" err="1">
                <a:solidFill>
                  <a:srgbClr val="00B050"/>
                </a:solidFill>
                <a:latin typeface="Consolas" panose="020B0609020204030204" pitchFamily="49" charset="0"/>
              </a:rPr>
              <a:t>npm</a:t>
            </a:r>
            <a:r>
              <a:rPr lang="en-US" dirty="0">
                <a:solidFill>
                  <a:srgbClr val="00B050"/>
                </a:solidFill>
                <a:latin typeface="Consolas" panose="020B0609020204030204" pitchFamily="49" charset="0"/>
              </a:rPr>
              <a:t> install express</a:t>
            </a:r>
          </a:p>
          <a:p>
            <a:pPr>
              <a:lnSpc>
                <a:spcPct val="90000"/>
              </a:lnSpc>
            </a:pPr>
            <a:endParaRPr lang="en-US" dirty="0"/>
          </a:p>
          <a:p>
            <a:pPr>
              <a:lnSpc>
                <a:spcPct val="90000"/>
              </a:lnSpc>
            </a:pPr>
            <a:r>
              <a:rPr lang="en-US" dirty="0"/>
              <a:t>Again, observe the changes to the project structure</a:t>
            </a:r>
          </a:p>
          <a:p>
            <a:pPr lvl="1">
              <a:lnSpc>
                <a:spcPct val="90000"/>
              </a:lnSpc>
            </a:pPr>
            <a:endParaRPr lang="en-US" sz="1800" dirty="0"/>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 new project</a:t>
            </a:r>
            <a:endParaRPr lang="en-US" dirty="0"/>
          </a:p>
        </p:txBody>
      </p:sp>
      <p:pic>
        <p:nvPicPr>
          <p:cNvPr id="4" name="Picture 3">
            <a:extLst>
              <a:ext uri="{FF2B5EF4-FFF2-40B4-BE49-F238E27FC236}">
                <a16:creationId xmlns:a16="http://schemas.microsoft.com/office/drawing/2014/main" id="{36AA54B3-EBD2-0ABA-82A6-19BD6685E678}"/>
              </a:ext>
            </a:extLst>
          </p:cNvPr>
          <p:cNvPicPr>
            <a:picLocks noChangeAspect="1"/>
          </p:cNvPicPr>
          <p:nvPr/>
        </p:nvPicPr>
        <p:blipFill>
          <a:blip r:embed="rId2"/>
          <a:stretch>
            <a:fillRect/>
          </a:stretch>
        </p:blipFill>
        <p:spPr>
          <a:xfrm>
            <a:off x="5664911" y="1676400"/>
            <a:ext cx="3099720" cy="2965597"/>
          </a:xfrm>
          <a:prstGeom prst="rect">
            <a:avLst/>
          </a:prstGeom>
        </p:spPr>
      </p:pic>
    </p:spTree>
    <p:extLst>
      <p:ext uri="{BB962C8B-B14F-4D97-AF65-F5344CB8AC3E}">
        <p14:creationId xmlns:p14="http://schemas.microsoft.com/office/powerpoint/2010/main" val="1173280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dirty="0"/>
              <a:t>Right-click on </a:t>
            </a:r>
            <a:r>
              <a:rPr lang="en-US" b="1" dirty="0" err="1"/>
              <a:t>HelloApp</a:t>
            </a:r>
            <a:r>
              <a:rPr lang="en-US" dirty="0"/>
              <a:t> and select </a:t>
            </a:r>
            <a:r>
              <a:rPr lang="en-US" b="1" dirty="0"/>
              <a:t>New File</a:t>
            </a:r>
          </a:p>
          <a:p>
            <a:r>
              <a:rPr lang="en-US" dirty="0"/>
              <a:t>Name the new file </a:t>
            </a:r>
            <a:r>
              <a:rPr lang="en-US" b="1" dirty="0"/>
              <a:t>app.js</a:t>
            </a:r>
          </a:p>
          <a:p>
            <a:r>
              <a:rPr lang="en-US" dirty="0"/>
              <a:t>Copy the code below and paste into </a:t>
            </a:r>
            <a:r>
              <a:rPr lang="en-US" b="1" dirty="0"/>
              <a:t>app.js</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sp>
        <p:nvSpPr>
          <p:cNvPr id="4" name="TextBox 3">
            <a:extLst>
              <a:ext uri="{FF2B5EF4-FFF2-40B4-BE49-F238E27FC236}">
                <a16:creationId xmlns:a16="http://schemas.microsoft.com/office/drawing/2014/main" id="{BF914059-8D51-20F7-8CBA-623C1CE7526D}"/>
              </a:ext>
            </a:extLst>
          </p:cNvPr>
          <p:cNvSpPr txBox="1"/>
          <p:nvPr/>
        </p:nvSpPr>
        <p:spPr>
          <a:xfrm>
            <a:off x="826231" y="3396998"/>
            <a:ext cx="7491538" cy="2585323"/>
          </a:xfrm>
          <a:prstGeom prst="rect">
            <a:avLst/>
          </a:prstGeom>
          <a:noFill/>
          <a:ln>
            <a:solidFill>
              <a:schemeClr val="tx1"/>
            </a:solidFill>
          </a:ln>
        </p:spPr>
        <p:txBody>
          <a:bodyPr wrap="none" rtlCol="0">
            <a:spAutoFit/>
          </a:bodyPr>
          <a:lstStyle/>
          <a:p>
            <a:r>
              <a:rPr lang="en-US" dirty="0">
                <a:solidFill>
                  <a:srgbClr val="0070C0"/>
                </a:solidFill>
              </a:rPr>
              <a:t>const express = require('express');</a:t>
            </a:r>
          </a:p>
          <a:p>
            <a:r>
              <a:rPr lang="en-US" dirty="0">
                <a:solidFill>
                  <a:srgbClr val="0070C0"/>
                </a:solidFill>
              </a:rPr>
              <a:t>const app = express();</a:t>
            </a:r>
          </a:p>
          <a:p>
            <a:endParaRPr lang="en-US" dirty="0">
              <a:solidFill>
                <a:srgbClr val="0070C0"/>
              </a:solidFill>
            </a:endParaRPr>
          </a:p>
          <a:p>
            <a:r>
              <a:rPr lang="en-US" dirty="0" err="1">
                <a:solidFill>
                  <a:srgbClr val="0070C0"/>
                </a:solidFill>
              </a:rPr>
              <a:t>app.get</a:t>
            </a:r>
            <a:r>
              <a:rPr lang="en-US" dirty="0">
                <a:solidFill>
                  <a:srgbClr val="0070C0"/>
                </a:solidFill>
              </a:rPr>
              <a:t>('/', (req, res) =&gt; {</a:t>
            </a:r>
          </a:p>
          <a:p>
            <a:r>
              <a:rPr lang="en-US" dirty="0">
                <a:solidFill>
                  <a:srgbClr val="0070C0"/>
                </a:solidFill>
              </a:rPr>
              <a:t>    </a:t>
            </a:r>
            <a:r>
              <a:rPr lang="en-US" dirty="0" err="1">
                <a:solidFill>
                  <a:srgbClr val="0070C0"/>
                </a:solidFill>
              </a:rPr>
              <a:t>res.send</a:t>
            </a:r>
            <a:r>
              <a:rPr lang="en-US" dirty="0">
                <a:solidFill>
                  <a:srgbClr val="0070C0"/>
                </a:solidFill>
              </a:rPr>
              <a:t>("Hello World!")</a:t>
            </a:r>
          </a:p>
          <a:p>
            <a:r>
              <a:rPr lang="en-US" dirty="0">
                <a:solidFill>
                  <a:srgbClr val="0070C0"/>
                </a:solidFill>
              </a:rPr>
              <a:t>})</a:t>
            </a:r>
          </a:p>
          <a:p>
            <a:endParaRPr lang="en-US" dirty="0">
              <a:solidFill>
                <a:srgbClr val="0070C0"/>
              </a:solidFill>
            </a:endParaRPr>
          </a:p>
          <a:p>
            <a:r>
              <a:rPr lang="en-US" dirty="0">
                <a:solidFill>
                  <a:srgbClr val="0070C0"/>
                </a:solidFill>
              </a:rPr>
              <a:t>const PORT = </a:t>
            </a:r>
            <a:r>
              <a:rPr lang="en-US" dirty="0" err="1">
                <a:solidFill>
                  <a:srgbClr val="0070C0"/>
                </a:solidFill>
              </a:rPr>
              <a:t>process.env.PORT</a:t>
            </a:r>
            <a:r>
              <a:rPr lang="en-US" dirty="0">
                <a:solidFill>
                  <a:srgbClr val="0070C0"/>
                </a:solidFill>
              </a:rPr>
              <a:t> || 3000;</a:t>
            </a:r>
          </a:p>
          <a:p>
            <a:r>
              <a:rPr lang="en-US" dirty="0" err="1">
                <a:solidFill>
                  <a:srgbClr val="0070C0"/>
                </a:solidFill>
              </a:rPr>
              <a:t>app.listen</a:t>
            </a:r>
            <a:r>
              <a:rPr lang="en-US" dirty="0">
                <a:solidFill>
                  <a:srgbClr val="0070C0"/>
                </a:solidFill>
              </a:rPr>
              <a:t>(PORT, () =&gt; console.log(`Server running on port ${PORT}`));</a:t>
            </a:r>
            <a:endParaRPr lang="en-SG" dirty="0">
              <a:solidFill>
                <a:srgbClr val="0070C0"/>
              </a:solidFill>
            </a:endParaRPr>
          </a:p>
        </p:txBody>
      </p:sp>
      <p:sp>
        <p:nvSpPr>
          <p:cNvPr id="2" name="TextBox 1">
            <a:extLst>
              <a:ext uri="{FF2B5EF4-FFF2-40B4-BE49-F238E27FC236}">
                <a16:creationId xmlns:a16="http://schemas.microsoft.com/office/drawing/2014/main" id="{1F57321C-AB24-B299-C1F0-4BC7B3C70022}"/>
              </a:ext>
            </a:extLst>
          </p:cNvPr>
          <p:cNvSpPr txBox="1"/>
          <p:nvPr/>
        </p:nvSpPr>
        <p:spPr>
          <a:xfrm>
            <a:off x="826231" y="6165320"/>
            <a:ext cx="7491538" cy="276999"/>
          </a:xfrm>
          <a:prstGeom prst="rect">
            <a:avLst/>
          </a:prstGeom>
          <a:noFill/>
        </p:spPr>
        <p:txBody>
          <a:bodyPr wrap="square" rtlCol="0">
            <a:spAutoFit/>
          </a:bodyPr>
          <a:lstStyle/>
          <a:p>
            <a:r>
              <a:rPr lang="en-SG" sz="1200" dirty="0">
                <a:solidFill>
                  <a:srgbClr val="FF0000"/>
                </a:solidFill>
              </a:rPr>
              <a:t>*Note: You may need to replace the quotes in the code above when u paste to </a:t>
            </a:r>
            <a:r>
              <a:rPr lang="en-SG" sz="1200" dirty="0" err="1">
                <a:solidFill>
                  <a:srgbClr val="FF0000"/>
                </a:solidFill>
              </a:rPr>
              <a:t>VSCode</a:t>
            </a:r>
            <a:r>
              <a:rPr lang="en-SG" sz="1200" dirty="0">
                <a:solidFill>
                  <a:srgbClr val="FF0000"/>
                </a:solidFill>
              </a:rPr>
              <a:t> due to formatting issues</a:t>
            </a:r>
          </a:p>
        </p:txBody>
      </p:sp>
    </p:spTree>
    <p:extLst>
      <p:ext uri="{BB962C8B-B14F-4D97-AF65-F5344CB8AC3E}">
        <p14:creationId xmlns:p14="http://schemas.microsoft.com/office/powerpoint/2010/main" val="4028134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sz="2000" dirty="0"/>
              <a:t>Run your application by entering the command in the console:</a:t>
            </a:r>
          </a:p>
          <a:p>
            <a:pPr marL="0" indent="0" algn="ctr">
              <a:buNone/>
            </a:pPr>
            <a:r>
              <a:rPr lang="en-US" sz="2000" dirty="0">
                <a:solidFill>
                  <a:srgbClr val="00B050"/>
                </a:solidFill>
                <a:latin typeface="Consolas" panose="020B0609020204030204" pitchFamily="49" charset="0"/>
              </a:rPr>
              <a:t>node app.js</a:t>
            </a:r>
          </a:p>
          <a:p>
            <a:r>
              <a:rPr lang="en-US" sz="2000" dirty="0"/>
              <a:t>Open a web browser and enter the URL</a:t>
            </a:r>
            <a:r>
              <a:rPr lang="en-US" dirty="0"/>
              <a:t> </a:t>
            </a:r>
            <a:r>
              <a:rPr lang="en-US" dirty="0">
                <a:hlinkClick r:id="rId2"/>
              </a:rPr>
              <a:t>http://localhost:3000/</a:t>
            </a:r>
            <a:r>
              <a:rPr lang="en-US" dirty="0"/>
              <a:t> in your web browser </a:t>
            </a:r>
            <a:r>
              <a:rPr lang="en-US" sz="2000" dirty="0"/>
              <a:t> </a:t>
            </a:r>
          </a:p>
          <a:p>
            <a:endParaRPr lang="en-US" dirty="0"/>
          </a:p>
          <a:p>
            <a:r>
              <a:rPr lang="en-US" sz="2000" dirty="0"/>
              <a:t>You should see a greeting similar to the screenshot here: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pic>
        <p:nvPicPr>
          <p:cNvPr id="3" name="Picture 2">
            <a:extLst>
              <a:ext uri="{FF2B5EF4-FFF2-40B4-BE49-F238E27FC236}">
                <a16:creationId xmlns:a16="http://schemas.microsoft.com/office/drawing/2014/main" id="{94B7A4D0-2357-B7EC-836A-DF5DB6242056}"/>
              </a:ext>
            </a:extLst>
          </p:cNvPr>
          <p:cNvPicPr>
            <a:picLocks noChangeAspect="1"/>
          </p:cNvPicPr>
          <p:nvPr/>
        </p:nvPicPr>
        <p:blipFill>
          <a:blip r:embed="rId3"/>
          <a:stretch>
            <a:fillRect/>
          </a:stretch>
        </p:blipFill>
        <p:spPr>
          <a:xfrm>
            <a:off x="2091917" y="3936717"/>
            <a:ext cx="4945714" cy="2656518"/>
          </a:xfrm>
          <a:prstGeom prst="rect">
            <a:avLst/>
          </a:prstGeom>
        </p:spPr>
      </p:pic>
    </p:spTree>
    <p:extLst>
      <p:ext uri="{BB962C8B-B14F-4D97-AF65-F5344CB8AC3E}">
        <p14:creationId xmlns:p14="http://schemas.microsoft.com/office/powerpoint/2010/main" val="2690167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900D88-F23C-7E95-DF63-F7AB8C485ED8}"/>
              </a:ext>
            </a:extLst>
          </p:cNvPr>
          <p:cNvSpPr>
            <a:spLocks noGrp="1"/>
          </p:cNvSpPr>
          <p:nvPr>
            <p:ph type="body" sz="quarter" idx="14"/>
          </p:nvPr>
        </p:nvSpPr>
        <p:spPr/>
        <p:txBody>
          <a:bodyPr/>
          <a:lstStyle/>
          <a:p>
            <a:pPr marL="457200" indent="-457200">
              <a:buFont typeface="+mj-lt"/>
              <a:buAutoNum type="alphaLcParenR"/>
            </a:pPr>
            <a:endParaRPr lang="en-US" dirty="0"/>
          </a:p>
          <a:p>
            <a:pPr marL="457200" indent="-457200">
              <a:buFont typeface="+mj-lt"/>
              <a:buAutoNum type="alphaLcParenR"/>
            </a:pPr>
            <a:r>
              <a:rPr lang="en-US" dirty="0"/>
              <a:t>Paste a screenshot your VS Code </a:t>
            </a:r>
            <a:r>
              <a:rPr lang="en-US" b="1" dirty="0" err="1"/>
              <a:t>HelloApp</a:t>
            </a:r>
            <a:r>
              <a:rPr lang="en-US" dirty="0"/>
              <a:t> project structure in your worksheet.</a:t>
            </a:r>
          </a:p>
          <a:p>
            <a:pPr marL="457200" indent="-457200">
              <a:buFont typeface="+mj-lt"/>
              <a:buAutoNum type="alphaLcParenR"/>
            </a:pPr>
            <a:endParaRPr lang="en-US" dirty="0"/>
          </a:p>
          <a:p>
            <a:pPr marL="457200" indent="-457200">
              <a:buFont typeface="+mj-lt"/>
              <a:buAutoNum type="alphaLcParenR"/>
            </a:pPr>
            <a:r>
              <a:rPr lang="en-US" dirty="0"/>
              <a:t>Modify </a:t>
            </a:r>
            <a:r>
              <a:rPr lang="en-US" b="1" dirty="0"/>
              <a:t>app.js </a:t>
            </a:r>
            <a:r>
              <a:rPr lang="en-US" dirty="0"/>
              <a:t>so that the greeting changes to </a:t>
            </a:r>
            <a:r>
              <a:rPr lang="en-US" b="1" dirty="0"/>
              <a:t>“Hello RP!”</a:t>
            </a:r>
          </a:p>
          <a:p>
            <a:pPr marL="457200" indent="-457200">
              <a:buFont typeface="+mj-lt"/>
              <a:buAutoNum type="alphaLcParenR"/>
            </a:pPr>
            <a:endParaRPr lang="en-US" dirty="0"/>
          </a:p>
          <a:p>
            <a:pPr marL="457200" indent="-457200">
              <a:buFont typeface="+mj-lt"/>
              <a:buAutoNum type="alphaLcParenR"/>
            </a:pPr>
            <a:r>
              <a:rPr lang="en-US" dirty="0"/>
              <a:t>Paste a screenshot of your web browser displaying the new greeting from </a:t>
            </a:r>
            <a:r>
              <a:rPr lang="en-US" b="1" dirty="0" err="1"/>
              <a:t>HelloApp</a:t>
            </a:r>
            <a:r>
              <a:rPr lang="en-US" dirty="0"/>
              <a:t> in your worksheet.</a:t>
            </a:r>
          </a:p>
          <a:p>
            <a:endParaRPr lang="en-SG" dirty="0"/>
          </a:p>
        </p:txBody>
      </p:sp>
      <p:sp>
        <p:nvSpPr>
          <p:cNvPr id="2" name="Title 1">
            <a:extLst>
              <a:ext uri="{FF2B5EF4-FFF2-40B4-BE49-F238E27FC236}">
                <a16:creationId xmlns:a16="http://schemas.microsoft.com/office/drawing/2014/main" id="{50C3319B-46CF-489D-7264-5DDA3C083150}"/>
              </a:ext>
            </a:extLst>
          </p:cNvPr>
          <p:cNvSpPr>
            <a:spLocks noGrp="1"/>
          </p:cNvSpPr>
          <p:nvPr>
            <p:ph type="title"/>
          </p:nvPr>
        </p:nvSpPr>
        <p:spPr/>
        <p:txBody>
          <a:bodyPr/>
          <a:lstStyle/>
          <a:p>
            <a:r>
              <a:rPr lang="en-SG" dirty="0"/>
              <a:t>Exercise 1</a:t>
            </a:r>
          </a:p>
        </p:txBody>
      </p:sp>
      <p:pic>
        <p:nvPicPr>
          <p:cNvPr id="4" name="Picture 3">
            <a:extLst>
              <a:ext uri="{FF2B5EF4-FFF2-40B4-BE49-F238E27FC236}">
                <a16:creationId xmlns:a16="http://schemas.microsoft.com/office/drawing/2014/main" id="{590389D3-DD7A-BE86-D302-9989F212BD79}"/>
              </a:ext>
            </a:extLst>
          </p:cNvPr>
          <p:cNvPicPr>
            <a:picLocks noChangeAspect="1"/>
          </p:cNvPicPr>
          <p:nvPr/>
        </p:nvPicPr>
        <p:blipFill>
          <a:blip r:embed="rId2"/>
          <a:stretch>
            <a:fillRect/>
          </a:stretch>
        </p:blipFill>
        <p:spPr>
          <a:xfrm>
            <a:off x="727051" y="1316347"/>
            <a:ext cx="488692" cy="520404"/>
          </a:xfrm>
          <a:prstGeom prst="rect">
            <a:avLst/>
          </a:prstGeom>
        </p:spPr>
      </p:pic>
    </p:spTree>
    <p:extLst>
      <p:ext uri="{BB962C8B-B14F-4D97-AF65-F5344CB8AC3E}">
        <p14:creationId xmlns:p14="http://schemas.microsoft.com/office/powerpoint/2010/main" val="3957319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dirty="0"/>
              <a:t>That’s it, to test that the setup on your laptop can run a simple NodeJS app.</a:t>
            </a:r>
          </a:p>
          <a:p>
            <a:endParaRPr lang="en-US" dirty="0"/>
          </a:p>
          <a:p>
            <a:r>
              <a:rPr lang="en-US" dirty="0"/>
              <a:t>Now let’s try it with an app that should be very familiar to you, the student list app from C237!</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spTree>
    <p:extLst>
      <p:ext uri="{BB962C8B-B14F-4D97-AF65-F5344CB8AC3E}">
        <p14:creationId xmlns:p14="http://schemas.microsoft.com/office/powerpoint/2010/main" val="3968481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4253075" cy="5177890"/>
          </a:xfrm>
        </p:spPr>
        <p:txBody>
          <a:bodyPr>
            <a:normAutofit fontScale="92500" lnSpcReduction="10000"/>
          </a:bodyPr>
          <a:lstStyle/>
          <a:p>
            <a:pPr>
              <a:lnSpc>
                <a:spcPct val="110000"/>
              </a:lnSpc>
            </a:pPr>
            <a:r>
              <a:rPr lang="en-US" sz="1800" dirty="0"/>
              <a:t>In the </a:t>
            </a:r>
            <a:r>
              <a:rPr lang="en-US" sz="1800" b="1" dirty="0"/>
              <a:t>Resources</a:t>
            </a:r>
            <a:r>
              <a:rPr lang="en-US" sz="1800" dirty="0"/>
              <a:t> folder provided to you, you should find a folder named </a:t>
            </a:r>
            <a:r>
              <a:rPr lang="en-US" sz="1800" b="1" dirty="0" err="1"/>
              <a:t>PetCareApp</a:t>
            </a:r>
            <a:endParaRPr lang="en-US" sz="1800" b="1" dirty="0"/>
          </a:p>
          <a:p>
            <a:pPr>
              <a:lnSpc>
                <a:spcPct val="110000"/>
              </a:lnSpc>
            </a:pPr>
            <a:endParaRPr lang="en-US" sz="1800" b="1" dirty="0"/>
          </a:p>
          <a:p>
            <a:pPr>
              <a:lnSpc>
                <a:spcPct val="110000"/>
              </a:lnSpc>
            </a:pPr>
            <a:r>
              <a:rPr lang="en-US" sz="1800" dirty="0"/>
              <a:t>Right click on </a:t>
            </a:r>
            <a:r>
              <a:rPr lang="en-US" sz="1800" b="1" dirty="0" err="1"/>
              <a:t>PetCareApp</a:t>
            </a:r>
            <a:r>
              <a:rPr lang="en-US" sz="1800" dirty="0"/>
              <a:t> folder and copy this folder. (Ctrl-C)</a:t>
            </a:r>
          </a:p>
          <a:p>
            <a:pPr>
              <a:lnSpc>
                <a:spcPct val="110000"/>
              </a:lnSpc>
            </a:pPr>
            <a:endParaRPr lang="en-US" sz="1800" dirty="0"/>
          </a:p>
          <a:p>
            <a:pPr>
              <a:lnSpc>
                <a:spcPct val="110000"/>
              </a:lnSpc>
            </a:pPr>
            <a:r>
              <a:rPr lang="en-US" sz="1800" dirty="0"/>
              <a:t>Go to </a:t>
            </a:r>
            <a:r>
              <a:rPr lang="en-US" sz="1800" b="1" dirty="0"/>
              <a:t>Week01</a:t>
            </a:r>
            <a:r>
              <a:rPr lang="en-US" sz="1800" dirty="0"/>
              <a:t> folder in </a:t>
            </a:r>
            <a:r>
              <a:rPr lang="en-US" sz="1800" dirty="0" err="1"/>
              <a:t>VSCode</a:t>
            </a:r>
            <a:r>
              <a:rPr lang="en-US" sz="1800" dirty="0"/>
              <a:t> and paste </a:t>
            </a:r>
            <a:r>
              <a:rPr lang="en-US" sz="1800" b="1" dirty="0" err="1"/>
              <a:t>PetCareApp</a:t>
            </a:r>
            <a:r>
              <a:rPr lang="en-US" sz="1800" dirty="0"/>
              <a:t> into </a:t>
            </a:r>
            <a:r>
              <a:rPr lang="en-US" sz="1800" b="1" dirty="0"/>
              <a:t>Week01</a:t>
            </a:r>
            <a:r>
              <a:rPr lang="en-US" sz="1800" dirty="0"/>
              <a:t> folder. (Ctrl-V)</a:t>
            </a:r>
          </a:p>
          <a:p>
            <a:pPr>
              <a:lnSpc>
                <a:spcPct val="110000"/>
              </a:lnSpc>
            </a:pPr>
            <a:endParaRPr lang="en-US" sz="1800" dirty="0"/>
          </a:p>
          <a:p>
            <a:pPr>
              <a:lnSpc>
                <a:spcPct val="110000"/>
              </a:lnSpc>
            </a:pPr>
            <a:r>
              <a:rPr lang="en-US" sz="1800" dirty="0"/>
              <a:t>Check that </a:t>
            </a:r>
            <a:r>
              <a:rPr lang="en-US" sz="1800" b="1" dirty="0" err="1"/>
              <a:t>PetCareApp</a:t>
            </a:r>
            <a:r>
              <a:rPr lang="en-US" sz="1800" dirty="0"/>
              <a:t> is </a:t>
            </a:r>
            <a:r>
              <a:rPr lang="en-US" sz="1800" u="sng" dirty="0"/>
              <a:t>within</a:t>
            </a:r>
            <a:r>
              <a:rPr lang="en-US" sz="1800" dirty="0"/>
              <a:t> </a:t>
            </a:r>
            <a:r>
              <a:rPr lang="en-US" sz="1800" b="1" dirty="0"/>
              <a:t>Week01</a:t>
            </a:r>
            <a:r>
              <a:rPr lang="en-US" sz="1800" dirty="0"/>
              <a:t> folder and on the </a:t>
            </a:r>
            <a:r>
              <a:rPr lang="en-US" sz="1800" u="sng" dirty="0"/>
              <a:t>same level </a:t>
            </a:r>
            <a:r>
              <a:rPr lang="en-US" sz="1800" dirty="0"/>
              <a:t>as </a:t>
            </a:r>
            <a:r>
              <a:rPr lang="en-US" sz="1800" b="1" dirty="0" err="1"/>
              <a:t>HelloApp</a:t>
            </a:r>
            <a:r>
              <a:rPr lang="en-US" sz="1800" dirty="0"/>
              <a:t>(NOT inside </a:t>
            </a:r>
            <a:r>
              <a:rPr lang="en-US" sz="1800" dirty="0" err="1"/>
              <a:t>HelloApp</a:t>
            </a:r>
            <a:r>
              <a:rPr lang="en-US" sz="1800" dirty="0"/>
              <a:t>). It should look similar to the screenshot here.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t>
            </a:r>
            <a:r>
              <a:rPr lang="en-SG" dirty="0" err="1"/>
              <a:t>PetCareApp</a:t>
            </a:r>
            <a:endParaRPr lang="en-US" dirty="0"/>
          </a:p>
        </p:txBody>
      </p:sp>
      <p:pic>
        <p:nvPicPr>
          <p:cNvPr id="4" name="Picture 3">
            <a:extLst>
              <a:ext uri="{FF2B5EF4-FFF2-40B4-BE49-F238E27FC236}">
                <a16:creationId xmlns:a16="http://schemas.microsoft.com/office/drawing/2014/main" id="{A2A50FE5-5BE3-BFF5-12BB-75571634C5E4}"/>
              </a:ext>
            </a:extLst>
          </p:cNvPr>
          <p:cNvPicPr>
            <a:picLocks noChangeAspect="1"/>
          </p:cNvPicPr>
          <p:nvPr/>
        </p:nvPicPr>
        <p:blipFill>
          <a:blip r:embed="rId2"/>
          <a:stretch>
            <a:fillRect/>
          </a:stretch>
        </p:blipFill>
        <p:spPr>
          <a:xfrm>
            <a:off x="5013801" y="1938990"/>
            <a:ext cx="3833944" cy="2980020"/>
          </a:xfrm>
          <a:prstGeom prst="rect">
            <a:avLst/>
          </a:prstGeom>
        </p:spPr>
      </p:pic>
    </p:spTree>
    <p:extLst>
      <p:ext uri="{BB962C8B-B14F-4D97-AF65-F5344CB8AC3E}">
        <p14:creationId xmlns:p14="http://schemas.microsoft.com/office/powerpoint/2010/main" val="112619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4B31BF-97EF-FA1D-E0FE-EAC87E5A5105}"/>
              </a:ext>
            </a:extLst>
          </p:cNvPr>
          <p:cNvSpPr>
            <a:spLocks noGrp="1"/>
          </p:cNvSpPr>
          <p:nvPr>
            <p:ph type="body" sz="quarter" idx="14"/>
          </p:nvPr>
        </p:nvSpPr>
        <p:spPr>
          <a:xfrm>
            <a:off x="547526" y="1593024"/>
            <a:ext cx="4292832" cy="4572296"/>
          </a:xfrm>
        </p:spPr>
        <p:txBody>
          <a:bodyPr>
            <a:normAutofit/>
          </a:bodyPr>
          <a:lstStyle/>
          <a:p>
            <a:r>
              <a:rPr lang="en-US" sz="2400" dirty="0"/>
              <a:t>Expanding the </a:t>
            </a:r>
            <a:r>
              <a:rPr lang="en-US" sz="2400" b="1" dirty="0" err="1"/>
              <a:t>PetCareApp</a:t>
            </a:r>
            <a:r>
              <a:rPr lang="en-US" sz="2400" dirty="0"/>
              <a:t> folder, you should see project structure similar to the screenshot here.</a:t>
            </a:r>
          </a:p>
          <a:p>
            <a:endParaRPr lang="en-SG" sz="2400" dirty="0"/>
          </a:p>
          <a:p>
            <a:r>
              <a:rPr lang="en-SG" sz="2400" dirty="0"/>
              <a:t>Notice that </a:t>
            </a:r>
            <a:r>
              <a:rPr lang="en-SG" sz="2400" b="1" dirty="0" err="1"/>
              <a:t>node_modules</a:t>
            </a:r>
            <a:r>
              <a:rPr lang="en-SG" sz="2400" b="1" dirty="0"/>
              <a:t> </a:t>
            </a:r>
            <a:r>
              <a:rPr lang="en-SG" sz="2400" dirty="0"/>
              <a:t>is missing</a:t>
            </a:r>
          </a:p>
        </p:txBody>
      </p:sp>
      <p:sp>
        <p:nvSpPr>
          <p:cNvPr id="2" name="Title 1">
            <a:extLst>
              <a:ext uri="{FF2B5EF4-FFF2-40B4-BE49-F238E27FC236}">
                <a16:creationId xmlns:a16="http://schemas.microsoft.com/office/drawing/2014/main" id="{D2A24BF6-F32A-46DA-0B58-665EA47A6FC8}"/>
              </a:ext>
            </a:extLst>
          </p:cNvPr>
          <p:cNvSpPr>
            <a:spLocks noGrp="1"/>
          </p:cNvSpPr>
          <p:nvPr>
            <p:ph type="title"/>
          </p:nvPr>
        </p:nvSpPr>
        <p:spPr/>
        <p:txBody>
          <a:bodyPr>
            <a:normAutofit/>
          </a:bodyPr>
          <a:lstStyle/>
          <a:p>
            <a:r>
              <a:rPr lang="en-SG" dirty="0"/>
              <a:t>Setting up </a:t>
            </a:r>
            <a:r>
              <a:rPr lang="en-SG" dirty="0" err="1"/>
              <a:t>PetCareApp</a:t>
            </a:r>
            <a:endParaRPr lang="en-SG" dirty="0"/>
          </a:p>
        </p:txBody>
      </p:sp>
      <p:pic>
        <p:nvPicPr>
          <p:cNvPr id="6" name="Picture 5">
            <a:extLst>
              <a:ext uri="{FF2B5EF4-FFF2-40B4-BE49-F238E27FC236}">
                <a16:creationId xmlns:a16="http://schemas.microsoft.com/office/drawing/2014/main" id="{6A192D38-E6A6-A238-9D34-4B07C542E78D}"/>
              </a:ext>
            </a:extLst>
          </p:cNvPr>
          <p:cNvPicPr>
            <a:picLocks noChangeAspect="1"/>
          </p:cNvPicPr>
          <p:nvPr/>
        </p:nvPicPr>
        <p:blipFill>
          <a:blip r:embed="rId2"/>
          <a:stretch>
            <a:fillRect/>
          </a:stretch>
        </p:blipFill>
        <p:spPr>
          <a:xfrm>
            <a:off x="5411481" y="1677246"/>
            <a:ext cx="3155146" cy="4139731"/>
          </a:xfrm>
          <a:prstGeom prst="rect">
            <a:avLst/>
          </a:prstGeom>
        </p:spPr>
      </p:pic>
    </p:spTree>
    <p:extLst>
      <p:ext uri="{BB962C8B-B14F-4D97-AF65-F5344CB8AC3E}">
        <p14:creationId xmlns:p14="http://schemas.microsoft.com/office/powerpoint/2010/main" val="288640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B73AF0-E203-D60C-055C-DC655E5C06F1}"/>
              </a:ext>
            </a:extLst>
          </p:cNvPr>
          <p:cNvPicPr>
            <a:picLocks noChangeAspect="1"/>
          </p:cNvPicPr>
          <p:nvPr/>
        </p:nvPicPr>
        <p:blipFill>
          <a:blip r:embed="rId2"/>
          <a:stretch>
            <a:fillRect/>
          </a:stretch>
        </p:blipFill>
        <p:spPr>
          <a:xfrm>
            <a:off x="360449" y="2500958"/>
            <a:ext cx="5893165" cy="3627702"/>
          </a:xfrm>
          <a:prstGeom prst="rect">
            <a:avLst/>
          </a:prstGeom>
        </p:spPr>
      </p:pic>
      <p:sp>
        <p:nvSpPr>
          <p:cNvPr id="3" name="Text Placeholder 2">
            <a:extLst>
              <a:ext uri="{FF2B5EF4-FFF2-40B4-BE49-F238E27FC236}">
                <a16:creationId xmlns:a16="http://schemas.microsoft.com/office/drawing/2014/main" id="{D940BDE2-5A5B-CC08-A481-F028BDE4C105}"/>
              </a:ext>
            </a:extLst>
          </p:cNvPr>
          <p:cNvSpPr>
            <a:spLocks noGrp="1"/>
          </p:cNvSpPr>
          <p:nvPr>
            <p:ph type="body" sz="quarter" idx="14"/>
          </p:nvPr>
        </p:nvSpPr>
        <p:spPr/>
        <p:txBody>
          <a:bodyPr>
            <a:normAutofit/>
          </a:bodyPr>
          <a:lstStyle/>
          <a:p>
            <a:r>
              <a:rPr lang="en-SG" sz="2000" dirty="0"/>
              <a:t>Click on </a:t>
            </a:r>
            <a:r>
              <a:rPr lang="en-SG" sz="2000" b="1" dirty="0" err="1"/>
              <a:t>package.json</a:t>
            </a:r>
            <a:r>
              <a:rPr lang="en-SG" sz="2000" b="1" dirty="0"/>
              <a:t> </a:t>
            </a:r>
          </a:p>
          <a:p>
            <a:r>
              <a:rPr lang="en-SG" sz="2000" dirty="0"/>
              <a:t>Observe that the dependencies are already listed inside</a:t>
            </a:r>
          </a:p>
        </p:txBody>
      </p:sp>
      <p:sp>
        <p:nvSpPr>
          <p:cNvPr id="2" name="Title 1">
            <a:extLst>
              <a:ext uri="{FF2B5EF4-FFF2-40B4-BE49-F238E27FC236}">
                <a16:creationId xmlns:a16="http://schemas.microsoft.com/office/drawing/2014/main" id="{42C526D1-8B23-FF1C-3895-334E8FB13E7C}"/>
              </a:ext>
            </a:extLst>
          </p:cNvPr>
          <p:cNvSpPr>
            <a:spLocks noGrp="1"/>
          </p:cNvSpPr>
          <p:nvPr>
            <p:ph type="title"/>
          </p:nvPr>
        </p:nvSpPr>
        <p:spPr/>
        <p:txBody>
          <a:bodyPr>
            <a:normAutofit/>
          </a:bodyPr>
          <a:lstStyle/>
          <a:p>
            <a:r>
              <a:rPr lang="en-SG" dirty="0"/>
              <a:t>Setting up </a:t>
            </a:r>
            <a:r>
              <a:rPr lang="en-SG" dirty="0" err="1"/>
              <a:t>PetCareApp</a:t>
            </a:r>
            <a:endParaRPr lang="en-SG" dirty="0"/>
          </a:p>
        </p:txBody>
      </p:sp>
      <p:sp>
        <p:nvSpPr>
          <p:cNvPr id="6" name="Oval 5">
            <a:extLst>
              <a:ext uri="{FF2B5EF4-FFF2-40B4-BE49-F238E27FC236}">
                <a16:creationId xmlns:a16="http://schemas.microsoft.com/office/drawing/2014/main" id="{62DDB0C8-90BA-EB16-3E64-57ADA324F2B5}"/>
              </a:ext>
            </a:extLst>
          </p:cNvPr>
          <p:cNvSpPr/>
          <p:nvPr/>
        </p:nvSpPr>
        <p:spPr>
          <a:xfrm>
            <a:off x="2729372" y="4723423"/>
            <a:ext cx="2201857" cy="122018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77E1B0D6-B9A3-5CA5-F5C5-CF9427553B03}"/>
              </a:ext>
            </a:extLst>
          </p:cNvPr>
          <p:cNvSpPr txBox="1"/>
          <p:nvPr/>
        </p:nvSpPr>
        <p:spPr>
          <a:xfrm>
            <a:off x="6383597" y="2862231"/>
            <a:ext cx="2385503" cy="2123658"/>
          </a:xfrm>
          <a:prstGeom prst="rect">
            <a:avLst/>
          </a:prstGeom>
          <a:noFill/>
        </p:spPr>
        <p:txBody>
          <a:bodyPr wrap="square" rtlCol="0">
            <a:spAutoFit/>
          </a:bodyPr>
          <a:lstStyle/>
          <a:p>
            <a:r>
              <a:rPr lang="en-SG" sz="1100" dirty="0">
                <a:solidFill>
                  <a:srgbClr val="0070C0"/>
                </a:solidFill>
              </a:rPr>
              <a:t>As a best practice, when we push to GitHub or similar, we should not push the </a:t>
            </a:r>
            <a:r>
              <a:rPr lang="en-SG" sz="1100" b="1" dirty="0" err="1">
                <a:solidFill>
                  <a:srgbClr val="0070C0"/>
                </a:solidFill>
              </a:rPr>
              <a:t>node_modules</a:t>
            </a:r>
            <a:r>
              <a:rPr lang="en-SG" sz="1100" b="1" dirty="0">
                <a:solidFill>
                  <a:srgbClr val="0070C0"/>
                </a:solidFill>
              </a:rPr>
              <a:t> </a:t>
            </a:r>
            <a:r>
              <a:rPr lang="en-SG" sz="1100" dirty="0">
                <a:solidFill>
                  <a:srgbClr val="0070C0"/>
                </a:solidFill>
              </a:rPr>
              <a:t>folder as it can become rather large and take up precious repository space.</a:t>
            </a:r>
          </a:p>
          <a:p>
            <a:endParaRPr lang="en-SG" sz="1100" dirty="0">
              <a:solidFill>
                <a:srgbClr val="0070C0"/>
              </a:solidFill>
            </a:endParaRPr>
          </a:p>
          <a:p>
            <a:r>
              <a:rPr lang="en-SG" sz="1100" dirty="0">
                <a:solidFill>
                  <a:srgbClr val="0070C0"/>
                </a:solidFill>
              </a:rPr>
              <a:t>Instead, we make use of what is in </a:t>
            </a:r>
            <a:r>
              <a:rPr lang="en-SG" sz="1100" b="1" dirty="0" err="1">
                <a:solidFill>
                  <a:srgbClr val="0070C0"/>
                </a:solidFill>
              </a:rPr>
              <a:t>package.json</a:t>
            </a:r>
            <a:r>
              <a:rPr lang="en-SG" sz="1100" b="1" dirty="0">
                <a:solidFill>
                  <a:srgbClr val="0070C0"/>
                </a:solidFill>
              </a:rPr>
              <a:t> </a:t>
            </a:r>
            <a:r>
              <a:rPr lang="en-SG" sz="1100" dirty="0">
                <a:solidFill>
                  <a:srgbClr val="0070C0"/>
                </a:solidFill>
              </a:rPr>
              <a:t>to know what dependencies are needed. </a:t>
            </a:r>
          </a:p>
          <a:p>
            <a:endParaRPr lang="en-SG" sz="1100" dirty="0">
              <a:solidFill>
                <a:srgbClr val="0070C0"/>
              </a:solidFill>
            </a:endParaRPr>
          </a:p>
          <a:p>
            <a:r>
              <a:rPr lang="en-SG" sz="1100" dirty="0">
                <a:solidFill>
                  <a:srgbClr val="0070C0"/>
                </a:solidFill>
              </a:rPr>
              <a:t>The next slide shows us how to install the relevant modules easily.</a:t>
            </a:r>
          </a:p>
        </p:txBody>
      </p:sp>
    </p:spTree>
    <p:extLst>
      <p:ext uri="{BB962C8B-B14F-4D97-AF65-F5344CB8AC3E}">
        <p14:creationId xmlns:p14="http://schemas.microsoft.com/office/powerpoint/2010/main" val="2735001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4249175" cy="4572296"/>
          </a:xfrm>
        </p:spPr>
        <p:txBody>
          <a:bodyPr>
            <a:normAutofit/>
          </a:bodyPr>
          <a:lstStyle/>
          <a:p>
            <a:r>
              <a:rPr lang="en-SG" sz="2000" dirty="0"/>
              <a:t>Right-click on the </a:t>
            </a:r>
            <a:r>
              <a:rPr lang="en-SG" sz="2000" b="1" dirty="0" err="1"/>
              <a:t>PetCareApp</a:t>
            </a:r>
            <a:r>
              <a:rPr lang="en-SG" sz="2000" dirty="0"/>
              <a:t> folder and select </a:t>
            </a:r>
            <a:r>
              <a:rPr lang="en-SG" sz="2000" b="1" dirty="0"/>
              <a:t>Open in Integrated Terminal</a:t>
            </a:r>
          </a:p>
          <a:p>
            <a:endParaRPr lang="en-US" sz="2000" dirty="0"/>
          </a:p>
          <a:p>
            <a:r>
              <a:rPr lang="en-US" sz="2000" dirty="0"/>
              <a:t>In the console, type</a:t>
            </a:r>
          </a:p>
          <a:p>
            <a:pPr marL="0" indent="0" algn="ctr">
              <a:buNone/>
            </a:pPr>
            <a:r>
              <a:rPr lang="en-US" sz="2000" dirty="0" err="1">
                <a:solidFill>
                  <a:srgbClr val="00B050"/>
                </a:solidFill>
                <a:latin typeface="Consolas" panose="020B0609020204030204" pitchFamily="49" charset="0"/>
              </a:rPr>
              <a:t>npm</a:t>
            </a:r>
            <a:r>
              <a:rPr lang="en-US" sz="2000" dirty="0">
                <a:solidFill>
                  <a:srgbClr val="00B050"/>
                </a:solidFill>
                <a:latin typeface="Consolas" panose="020B0609020204030204" pitchFamily="49" charset="0"/>
              </a:rPr>
              <a:t> install</a:t>
            </a:r>
          </a:p>
          <a:p>
            <a:endParaRPr lang="en-US" sz="2000" dirty="0"/>
          </a:p>
          <a:p>
            <a:r>
              <a:rPr lang="en-US" sz="2000" dirty="0"/>
              <a:t>Observe the changes to the project structure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t>
            </a:r>
            <a:r>
              <a:rPr lang="en-SG" dirty="0" err="1"/>
              <a:t>PetCareApp</a:t>
            </a:r>
            <a:endParaRPr lang="en-US" dirty="0"/>
          </a:p>
        </p:txBody>
      </p:sp>
      <p:sp>
        <p:nvSpPr>
          <p:cNvPr id="4" name="TextBox 3">
            <a:extLst>
              <a:ext uri="{FF2B5EF4-FFF2-40B4-BE49-F238E27FC236}">
                <a16:creationId xmlns:a16="http://schemas.microsoft.com/office/drawing/2014/main" id="{5A520AD7-1E0A-6FC5-15F7-894DF70F04E4}"/>
              </a:ext>
            </a:extLst>
          </p:cNvPr>
          <p:cNvSpPr txBox="1"/>
          <p:nvPr/>
        </p:nvSpPr>
        <p:spPr>
          <a:xfrm>
            <a:off x="390657" y="5087038"/>
            <a:ext cx="4406043" cy="646331"/>
          </a:xfrm>
          <a:prstGeom prst="rect">
            <a:avLst/>
          </a:prstGeom>
          <a:noFill/>
        </p:spPr>
        <p:txBody>
          <a:bodyPr wrap="square" rtlCol="0">
            <a:spAutoFit/>
          </a:bodyPr>
          <a:lstStyle/>
          <a:p>
            <a:r>
              <a:rPr lang="en-SG" sz="1200" dirty="0">
                <a:solidFill>
                  <a:srgbClr val="0070C0"/>
                </a:solidFill>
              </a:rPr>
              <a:t>*</a:t>
            </a:r>
            <a:r>
              <a:rPr lang="en-SG" sz="1200" b="1" dirty="0" err="1">
                <a:solidFill>
                  <a:srgbClr val="0070C0"/>
                </a:solidFill>
              </a:rPr>
              <a:t>npm</a:t>
            </a:r>
            <a:r>
              <a:rPr lang="en-SG" sz="1200" b="1" dirty="0">
                <a:solidFill>
                  <a:srgbClr val="0070C0"/>
                </a:solidFill>
              </a:rPr>
              <a:t> install </a:t>
            </a:r>
            <a:r>
              <a:rPr lang="en-SG" sz="1200" dirty="0">
                <a:solidFill>
                  <a:srgbClr val="0070C0"/>
                </a:solidFill>
              </a:rPr>
              <a:t>installs all the dependencies listed in </a:t>
            </a:r>
            <a:r>
              <a:rPr lang="en-SG" sz="1200" dirty="0" err="1">
                <a:solidFill>
                  <a:srgbClr val="0070C0"/>
                </a:solidFill>
              </a:rPr>
              <a:t>package.json</a:t>
            </a:r>
            <a:r>
              <a:rPr lang="en-SG" sz="1200" dirty="0">
                <a:solidFill>
                  <a:srgbClr val="0070C0"/>
                </a:solidFill>
              </a:rPr>
              <a:t> so you do not need to install each dependency one by one as what you did in C237.</a:t>
            </a:r>
          </a:p>
        </p:txBody>
      </p:sp>
      <p:pic>
        <p:nvPicPr>
          <p:cNvPr id="7" name="Picture 6">
            <a:extLst>
              <a:ext uri="{FF2B5EF4-FFF2-40B4-BE49-F238E27FC236}">
                <a16:creationId xmlns:a16="http://schemas.microsoft.com/office/drawing/2014/main" id="{A0608A74-DA0B-306C-089A-FEBD142F24E8}"/>
              </a:ext>
            </a:extLst>
          </p:cNvPr>
          <p:cNvPicPr>
            <a:picLocks noChangeAspect="1"/>
          </p:cNvPicPr>
          <p:nvPr/>
        </p:nvPicPr>
        <p:blipFill>
          <a:blip r:embed="rId2"/>
          <a:stretch>
            <a:fillRect/>
          </a:stretch>
        </p:blipFill>
        <p:spPr>
          <a:xfrm>
            <a:off x="5571636" y="1593024"/>
            <a:ext cx="2767804" cy="4315258"/>
          </a:xfrm>
          <a:prstGeom prst="rect">
            <a:avLst/>
          </a:prstGeom>
        </p:spPr>
      </p:pic>
    </p:spTree>
    <p:extLst>
      <p:ext uri="{BB962C8B-B14F-4D97-AF65-F5344CB8AC3E}">
        <p14:creationId xmlns:p14="http://schemas.microsoft.com/office/powerpoint/2010/main" val="309754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1AD5-BB77-E61A-84D2-DEDF23F7619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6C3E237-8A0E-5A46-9262-0FDB29DCF381}"/>
              </a:ext>
            </a:extLst>
          </p:cNvPr>
          <p:cNvPicPr>
            <a:picLocks noChangeAspect="1"/>
          </p:cNvPicPr>
          <p:nvPr/>
        </p:nvPicPr>
        <p:blipFill>
          <a:blip r:embed="rId2"/>
          <a:stretch>
            <a:fillRect/>
          </a:stretch>
        </p:blipFill>
        <p:spPr>
          <a:xfrm>
            <a:off x="5571636" y="1593024"/>
            <a:ext cx="2767804" cy="4315258"/>
          </a:xfrm>
          <a:prstGeom prst="rect">
            <a:avLst/>
          </a:prstGeom>
        </p:spPr>
      </p:pic>
      <p:sp>
        <p:nvSpPr>
          <p:cNvPr id="18" name="Text Placeholder 2">
            <a:extLst>
              <a:ext uri="{FF2B5EF4-FFF2-40B4-BE49-F238E27FC236}">
                <a16:creationId xmlns:a16="http://schemas.microsoft.com/office/drawing/2014/main" id="{8C6E6BAD-C5DB-CB67-9927-B78B6B7024CD}"/>
              </a:ext>
            </a:extLst>
          </p:cNvPr>
          <p:cNvSpPr>
            <a:spLocks noGrp="1"/>
          </p:cNvSpPr>
          <p:nvPr>
            <p:ph type="body" sz="quarter" idx="14"/>
          </p:nvPr>
        </p:nvSpPr>
        <p:spPr>
          <a:xfrm>
            <a:off x="547525" y="1593024"/>
            <a:ext cx="4253075" cy="4572296"/>
          </a:xfrm>
        </p:spPr>
        <p:txBody>
          <a:bodyPr>
            <a:normAutofit/>
          </a:bodyPr>
          <a:lstStyle/>
          <a:p>
            <a:r>
              <a:rPr lang="en-US" sz="1800" dirty="0"/>
              <a:t>In the </a:t>
            </a:r>
            <a:r>
              <a:rPr lang="en-US" sz="1800" b="1" dirty="0" err="1"/>
              <a:t>PetCareApp</a:t>
            </a:r>
            <a:r>
              <a:rPr lang="en-US" sz="1800" dirty="0"/>
              <a:t> folder, you will see </a:t>
            </a:r>
            <a:r>
              <a:rPr lang="en-US" sz="1800" b="1" dirty="0" err="1"/>
              <a:t>db.sql</a:t>
            </a:r>
            <a:r>
              <a:rPr lang="en-US" sz="1800" b="1" dirty="0"/>
              <a:t> </a:t>
            </a:r>
            <a:r>
              <a:rPr lang="en-US" sz="1800" dirty="0"/>
              <a:t>which contains the schema to setup the database for this application. </a:t>
            </a:r>
          </a:p>
          <a:p>
            <a:endParaRPr lang="en-US" sz="1800" dirty="0"/>
          </a:p>
          <a:p>
            <a:r>
              <a:rPr lang="en-US" sz="1800" dirty="0"/>
              <a:t>If you still have your existing database named </a:t>
            </a:r>
            <a:r>
              <a:rPr lang="en-US" sz="1800" b="1" dirty="0" err="1"/>
              <a:t>petcare</a:t>
            </a:r>
            <a:r>
              <a:rPr lang="en-US" sz="1800" dirty="0"/>
              <a:t> and it follows the same structure, you can continue to use the database.</a:t>
            </a:r>
          </a:p>
          <a:p>
            <a:endParaRPr lang="en-US" sz="1800" dirty="0"/>
          </a:p>
          <a:p>
            <a:r>
              <a:rPr lang="en-US" sz="1800" dirty="0"/>
              <a:t>Otherwise, you will need to set up your database.</a:t>
            </a:r>
          </a:p>
        </p:txBody>
      </p:sp>
      <p:sp>
        <p:nvSpPr>
          <p:cNvPr id="16" name="Title 1">
            <a:extLst>
              <a:ext uri="{FF2B5EF4-FFF2-40B4-BE49-F238E27FC236}">
                <a16:creationId xmlns:a16="http://schemas.microsoft.com/office/drawing/2014/main" id="{ED023B39-0523-5DF5-3ABB-F3A06FD15C03}"/>
              </a:ext>
            </a:extLst>
          </p:cNvPr>
          <p:cNvSpPr>
            <a:spLocks noGrp="1"/>
          </p:cNvSpPr>
          <p:nvPr>
            <p:ph type="title"/>
          </p:nvPr>
        </p:nvSpPr>
        <p:spPr/>
        <p:txBody>
          <a:bodyPr/>
          <a:lstStyle/>
          <a:p>
            <a:r>
              <a:rPr lang="en-SG" dirty="0"/>
              <a:t>Setting up </a:t>
            </a:r>
            <a:r>
              <a:rPr lang="en-SG" dirty="0" err="1"/>
              <a:t>PetCareApp</a:t>
            </a:r>
            <a:endParaRPr lang="en-US" dirty="0"/>
          </a:p>
        </p:txBody>
      </p:sp>
      <p:sp>
        <p:nvSpPr>
          <p:cNvPr id="5" name="Rectangle 4">
            <a:extLst>
              <a:ext uri="{FF2B5EF4-FFF2-40B4-BE49-F238E27FC236}">
                <a16:creationId xmlns:a16="http://schemas.microsoft.com/office/drawing/2014/main" id="{DFDC7E49-F784-B3CF-F87E-DB04856D8A54}"/>
              </a:ext>
            </a:extLst>
          </p:cNvPr>
          <p:cNvSpPr/>
          <p:nvPr/>
        </p:nvSpPr>
        <p:spPr>
          <a:xfrm>
            <a:off x="6531429" y="4916633"/>
            <a:ext cx="982524" cy="3483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86025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948A-3DE5-7D38-D840-ACDBF6AE6ACD}"/>
            </a:ext>
          </a:extLst>
        </p:cNvPr>
        <p:cNvGrpSpPr/>
        <p:nvPr/>
      </p:nvGrpSpPr>
      <p:grpSpPr>
        <a:xfrm>
          <a:off x="0" y="0"/>
          <a:ext cx="0" cy="0"/>
          <a:chOff x="0" y="0"/>
          <a:chExt cx="0" cy="0"/>
        </a:xfrm>
      </p:grpSpPr>
      <p:sp>
        <p:nvSpPr>
          <p:cNvPr id="18" name="Text Placeholder 2">
            <a:extLst>
              <a:ext uri="{FF2B5EF4-FFF2-40B4-BE49-F238E27FC236}">
                <a16:creationId xmlns:a16="http://schemas.microsoft.com/office/drawing/2014/main" id="{3272EAFF-86C6-F616-ED9D-49E1C771DE23}"/>
              </a:ext>
            </a:extLst>
          </p:cNvPr>
          <p:cNvSpPr>
            <a:spLocks noGrp="1"/>
          </p:cNvSpPr>
          <p:nvPr>
            <p:ph type="body" sz="quarter" idx="14"/>
          </p:nvPr>
        </p:nvSpPr>
        <p:spPr/>
        <p:txBody>
          <a:bodyPr>
            <a:normAutofit/>
          </a:bodyPr>
          <a:lstStyle/>
          <a:p>
            <a:r>
              <a:rPr lang="en-US" sz="1600" dirty="0"/>
              <a:t>In C237, the database name for this app was </a:t>
            </a:r>
            <a:r>
              <a:rPr lang="en-SG" sz="1600" b="1" dirty="0" err="1"/>
              <a:t>petcare</a:t>
            </a:r>
            <a:endParaRPr lang="en-SG" sz="1600" b="1" dirty="0"/>
          </a:p>
          <a:p>
            <a:pPr marL="0" indent="0">
              <a:buNone/>
            </a:pPr>
            <a:endParaRPr lang="en-SG" sz="1600" b="1" dirty="0"/>
          </a:p>
          <a:p>
            <a:r>
              <a:rPr lang="en-SG" sz="1600" dirty="0"/>
              <a:t>Connect to MySQL Workbench to check that you still have the database and data</a:t>
            </a:r>
          </a:p>
          <a:p>
            <a:endParaRPr lang="en-SG" sz="1600" dirty="0"/>
          </a:p>
          <a:p>
            <a:r>
              <a:rPr lang="en-SG" sz="1600" dirty="0"/>
              <a:t>Sample screens of how they should look like is shown below</a:t>
            </a:r>
            <a:endParaRPr lang="en-US" sz="1600" dirty="0"/>
          </a:p>
        </p:txBody>
      </p:sp>
      <p:sp>
        <p:nvSpPr>
          <p:cNvPr id="16" name="Title 1">
            <a:extLst>
              <a:ext uri="{FF2B5EF4-FFF2-40B4-BE49-F238E27FC236}">
                <a16:creationId xmlns:a16="http://schemas.microsoft.com/office/drawing/2014/main" id="{AC494DCD-9AA0-5692-35F0-8D6004446E3D}"/>
              </a:ext>
            </a:extLst>
          </p:cNvPr>
          <p:cNvSpPr>
            <a:spLocks noGrp="1"/>
          </p:cNvSpPr>
          <p:nvPr>
            <p:ph type="title"/>
          </p:nvPr>
        </p:nvSpPr>
        <p:spPr/>
        <p:txBody>
          <a:bodyPr/>
          <a:lstStyle/>
          <a:p>
            <a:r>
              <a:rPr lang="en-SG" dirty="0"/>
              <a:t>Setting up </a:t>
            </a:r>
            <a:r>
              <a:rPr lang="en-SG" dirty="0" err="1"/>
              <a:t>petcare</a:t>
            </a:r>
            <a:r>
              <a:rPr lang="en-SG" dirty="0"/>
              <a:t> DB</a:t>
            </a:r>
            <a:endParaRPr lang="en-US" dirty="0"/>
          </a:p>
        </p:txBody>
      </p:sp>
      <p:pic>
        <p:nvPicPr>
          <p:cNvPr id="4" name="Picture 3">
            <a:extLst>
              <a:ext uri="{FF2B5EF4-FFF2-40B4-BE49-F238E27FC236}">
                <a16:creationId xmlns:a16="http://schemas.microsoft.com/office/drawing/2014/main" id="{5288C5BF-C3C8-851E-237D-439017D7F672}"/>
              </a:ext>
            </a:extLst>
          </p:cNvPr>
          <p:cNvPicPr>
            <a:picLocks noChangeAspect="1"/>
          </p:cNvPicPr>
          <p:nvPr/>
        </p:nvPicPr>
        <p:blipFill>
          <a:blip r:embed="rId2"/>
          <a:stretch>
            <a:fillRect/>
          </a:stretch>
        </p:blipFill>
        <p:spPr>
          <a:xfrm>
            <a:off x="925281" y="4539342"/>
            <a:ext cx="1092256" cy="882695"/>
          </a:xfrm>
          <a:prstGeom prst="rect">
            <a:avLst/>
          </a:prstGeom>
          <a:ln>
            <a:solidFill>
              <a:schemeClr val="tx1"/>
            </a:solidFill>
          </a:ln>
        </p:spPr>
      </p:pic>
      <p:pic>
        <p:nvPicPr>
          <p:cNvPr id="7" name="Picture 6">
            <a:extLst>
              <a:ext uri="{FF2B5EF4-FFF2-40B4-BE49-F238E27FC236}">
                <a16:creationId xmlns:a16="http://schemas.microsoft.com/office/drawing/2014/main" id="{AB6BD935-3B53-80EC-F899-7CEC712D1DA2}"/>
              </a:ext>
            </a:extLst>
          </p:cNvPr>
          <p:cNvPicPr>
            <a:picLocks noChangeAspect="1"/>
          </p:cNvPicPr>
          <p:nvPr/>
        </p:nvPicPr>
        <p:blipFill>
          <a:blip r:embed="rId3"/>
          <a:stretch>
            <a:fillRect/>
          </a:stretch>
        </p:blipFill>
        <p:spPr>
          <a:xfrm>
            <a:off x="2782320" y="3429000"/>
            <a:ext cx="4696165" cy="1070083"/>
          </a:xfrm>
          <a:prstGeom prst="rect">
            <a:avLst/>
          </a:prstGeom>
          <a:ln>
            <a:solidFill>
              <a:schemeClr val="tx1"/>
            </a:solidFill>
          </a:ln>
        </p:spPr>
      </p:pic>
      <p:pic>
        <p:nvPicPr>
          <p:cNvPr id="9" name="Picture 8">
            <a:extLst>
              <a:ext uri="{FF2B5EF4-FFF2-40B4-BE49-F238E27FC236}">
                <a16:creationId xmlns:a16="http://schemas.microsoft.com/office/drawing/2014/main" id="{57A204E8-3360-2BEE-321E-3D0EFFD48579}"/>
              </a:ext>
            </a:extLst>
          </p:cNvPr>
          <p:cNvPicPr>
            <a:picLocks noChangeAspect="1"/>
          </p:cNvPicPr>
          <p:nvPr/>
        </p:nvPicPr>
        <p:blipFill>
          <a:blip r:embed="rId4"/>
          <a:stretch>
            <a:fillRect/>
          </a:stretch>
        </p:blipFill>
        <p:spPr>
          <a:xfrm>
            <a:off x="2782320" y="4539342"/>
            <a:ext cx="5664994" cy="949017"/>
          </a:xfrm>
          <a:prstGeom prst="rect">
            <a:avLst/>
          </a:prstGeom>
          <a:ln>
            <a:solidFill>
              <a:schemeClr val="tx1"/>
            </a:solidFill>
          </a:ln>
        </p:spPr>
      </p:pic>
      <p:pic>
        <p:nvPicPr>
          <p:cNvPr id="11" name="Picture 10">
            <a:extLst>
              <a:ext uri="{FF2B5EF4-FFF2-40B4-BE49-F238E27FC236}">
                <a16:creationId xmlns:a16="http://schemas.microsoft.com/office/drawing/2014/main" id="{DC9C2E0F-6CA4-3D97-DE9B-58354F12D3BC}"/>
              </a:ext>
            </a:extLst>
          </p:cNvPr>
          <p:cNvPicPr>
            <a:picLocks noChangeAspect="1"/>
          </p:cNvPicPr>
          <p:nvPr/>
        </p:nvPicPr>
        <p:blipFill>
          <a:blip r:embed="rId5"/>
          <a:stretch>
            <a:fillRect/>
          </a:stretch>
        </p:blipFill>
        <p:spPr>
          <a:xfrm>
            <a:off x="2782320" y="5564694"/>
            <a:ext cx="6178868" cy="819192"/>
          </a:xfrm>
          <a:prstGeom prst="rect">
            <a:avLst/>
          </a:prstGeom>
          <a:ln>
            <a:solidFill>
              <a:schemeClr val="tx1"/>
            </a:solidFill>
          </a:ln>
        </p:spPr>
      </p:pic>
    </p:spTree>
    <p:extLst>
      <p:ext uri="{BB962C8B-B14F-4D97-AF65-F5344CB8AC3E}">
        <p14:creationId xmlns:p14="http://schemas.microsoft.com/office/powerpoint/2010/main" val="3138985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60C69-6E84-4E67-BDD2-7C8DD57FC84F}"/>
              </a:ext>
            </a:extLst>
          </p:cNvPr>
          <p:cNvSpPr>
            <a:spLocks noGrp="1"/>
          </p:cNvSpPr>
          <p:nvPr>
            <p:ph type="body" sz="quarter" idx="14"/>
          </p:nvPr>
        </p:nvSpPr>
        <p:spPr/>
        <p:txBody>
          <a:bodyPr/>
          <a:lstStyle/>
          <a:p>
            <a:r>
              <a:rPr lang="en-SG" dirty="0"/>
              <a:t>If you do not have the database setup or the data, you may use </a:t>
            </a:r>
            <a:r>
              <a:rPr lang="en-SG" b="1" dirty="0" err="1"/>
              <a:t>db.sql</a:t>
            </a:r>
            <a:r>
              <a:rPr lang="en-SG" b="1" dirty="0"/>
              <a:t> </a:t>
            </a:r>
            <a:r>
              <a:rPr lang="en-SG" dirty="0"/>
              <a:t>that has been provided to you in the </a:t>
            </a:r>
            <a:r>
              <a:rPr lang="en-SG" b="1" dirty="0" err="1"/>
              <a:t>PetCareApp</a:t>
            </a:r>
            <a:r>
              <a:rPr lang="en-SG" dirty="0"/>
              <a:t> folder</a:t>
            </a:r>
          </a:p>
          <a:p>
            <a:endParaRPr lang="en-SG" dirty="0"/>
          </a:p>
          <a:p>
            <a:r>
              <a:rPr lang="en-SG" dirty="0"/>
              <a:t>In MySQL Workbench, go to </a:t>
            </a:r>
            <a:r>
              <a:rPr lang="en-SG" b="1" dirty="0"/>
              <a:t>File &gt; Open SQL Script </a:t>
            </a:r>
            <a:r>
              <a:rPr lang="en-SG" dirty="0"/>
              <a:t>and browse to where </a:t>
            </a:r>
            <a:r>
              <a:rPr lang="en-SG" b="1" dirty="0" err="1"/>
              <a:t>db.sql</a:t>
            </a:r>
            <a:r>
              <a:rPr lang="en-SG" b="1" dirty="0"/>
              <a:t>  </a:t>
            </a:r>
            <a:r>
              <a:rPr lang="en-SG" dirty="0"/>
              <a:t>is saved.</a:t>
            </a:r>
          </a:p>
          <a:p>
            <a:endParaRPr lang="en-SG" dirty="0"/>
          </a:p>
          <a:p>
            <a:r>
              <a:rPr lang="en-SG" dirty="0"/>
              <a:t>Click on      to execute the script.</a:t>
            </a:r>
          </a:p>
        </p:txBody>
      </p:sp>
      <p:sp>
        <p:nvSpPr>
          <p:cNvPr id="2" name="Title 1">
            <a:extLst>
              <a:ext uri="{FF2B5EF4-FFF2-40B4-BE49-F238E27FC236}">
                <a16:creationId xmlns:a16="http://schemas.microsoft.com/office/drawing/2014/main" id="{3624606E-F001-744C-11F5-6EF0B822B930}"/>
              </a:ext>
            </a:extLst>
          </p:cNvPr>
          <p:cNvSpPr>
            <a:spLocks noGrp="1"/>
          </p:cNvSpPr>
          <p:nvPr>
            <p:ph type="title"/>
          </p:nvPr>
        </p:nvSpPr>
        <p:spPr/>
        <p:txBody>
          <a:bodyPr/>
          <a:lstStyle/>
          <a:p>
            <a:r>
              <a:rPr lang="en-SG" dirty="0"/>
              <a:t>Setting up </a:t>
            </a:r>
            <a:r>
              <a:rPr lang="en-SG" dirty="0" err="1"/>
              <a:t>petcare</a:t>
            </a:r>
            <a:r>
              <a:rPr lang="en-SG" dirty="0"/>
              <a:t> DB</a:t>
            </a:r>
          </a:p>
        </p:txBody>
      </p:sp>
      <p:pic>
        <p:nvPicPr>
          <p:cNvPr id="7" name="Picture 6">
            <a:extLst>
              <a:ext uri="{FF2B5EF4-FFF2-40B4-BE49-F238E27FC236}">
                <a16:creationId xmlns:a16="http://schemas.microsoft.com/office/drawing/2014/main" id="{B9FEF63E-256F-D7BE-A1BB-4ED636EB55B0}"/>
              </a:ext>
            </a:extLst>
          </p:cNvPr>
          <p:cNvPicPr>
            <a:picLocks noChangeAspect="1"/>
          </p:cNvPicPr>
          <p:nvPr/>
        </p:nvPicPr>
        <p:blipFill>
          <a:blip r:embed="rId2"/>
          <a:stretch>
            <a:fillRect/>
          </a:stretch>
        </p:blipFill>
        <p:spPr>
          <a:xfrm>
            <a:off x="1181514" y="4593701"/>
            <a:ext cx="2282830" cy="1797729"/>
          </a:xfrm>
          <a:prstGeom prst="rect">
            <a:avLst/>
          </a:prstGeom>
          <a:ln>
            <a:solidFill>
              <a:schemeClr val="tx1"/>
            </a:solidFill>
          </a:ln>
        </p:spPr>
      </p:pic>
      <p:pic>
        <p:nvPicPr>
          <p:cNvPr id="11" name="Picture 10">
            <a:extLst>
              <a:ext uri="{FF2B5EF4-FFF2-40B4-BE49-F238E27FC236}">
                <a16:creationId xmlns:a16="http://schemas.microsoft.com/office/drawing/2014/main" id="{3AB9B747-2EE0-67BF-08BB-693B3179BDC4}"/>
              </a:ext>
            </a:extLst>
          </p:cNvPr>
          <p:cNvPicPr>
            <a:picLocks noChangeAspect="1"/>
          </p:cNvPicPr>
          <p:nvPr/>
        </p:nvPicPr>
        <p:blipFill>
          <a:blip r:embed="rId3"/>
          <a:stretch>
            <a:fillRect/>
          </a:stretch>
        </p:blipFill>
        <p:spPr>
          <a:xfrm>
            <a:off x="1848458" y="3866567"/>
            <a:ext cx="322271" cy="208528"/>
          </a:xfrm>
          <a:prstGeom prst="rect">
            <a:avLst/>
          </a:prstGeom>
        </p:spPr>
      </p:pic>
      <p:sp>
        <p:nvSpPr>
          <p:cNvPr id="4" name="Oval 3">
            <a:extLst>
              <a:ext uri="{FF2B5EF4-FFF2-40B4-BE49-F238E27FC236}">
                <a16:creationId xmlns:a16="http://schemas.microsoft.com/office/drawing/2014/main" id="{8BB44887-DD26-3EBA-34F9-D73FB7415EBA}"/>
              </a:ext>
            </a:extLst>
          </p:cNvPr>
          <p:cNvSpPr/>
          <p:nvPr/>
        </p:nvSpPr>
        <p:spPr>
          <a:xfrm>
            <a:off x="1181518" y="5839442"/>
            <a:ext cx="1333881" cy="25058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pic>
        <p:nvPicPr>
          <p:cNvPr id="6" name="Picture 5">
            <a:extLst>
              <a:ext uri="{FF2B5EF4-FFF2-40B4-BE49-F238E27FC236}">
                <a16:creationId xmlns:a16="http://schemas.microsoft.com/office/drawing/2014/main" id="{9481299F-7F7F-B07B-EDA2-808C92449087}"/>
              </a:ext>
            </a:extLst>
          </p:cNvPr>
          <p:cNvPicPr>
            <a:picLocks noChangeAspect="1"/>
          </p:cNvPicPr>
          <p:nvPr/>
        </p:nvPicPr>
        <p:blipFill>
          <a:blip r:embed="rId4"/>
          <a:stretch>
            <a:fillRect/>
          </a:stretch>
        </p:blipFill>
        <p:spPr>
          <a:xfrm>
            <a:off x="4762914" y="3781541"/>
            <a:ext cx="3562313" cy="2609889"/>
          </a:xfrm>
          <a:prstGeom prst="rect">
            <a:avLst/>
          </a:prstGeom>
          <a:ln>
            <a:solidFill>
              <a:schemeClr val="tx1"/>
            </a:solidFill>
          </a:ln>
        </p:spPr>
      </p:pic>
      <p:sp>
        <p:nvSpPr>
          <p:cNvPr id="12" name="Oval 11">
            <a:extLst>
              <a:ext uri="{FF2B5EF4-FFF2-40B4-BE49-F238E27FC236}">
                <a16:creationId xmlns:a16="http://schemas.microsoft.com/office/drawing/2014/main" id="{998D906D-4574-B91D-8B59-D4AE887D0445}"/>
              </a:ext>
            </a:extLst>
          </p:cNvPr>
          <p:cNvSpPr/>
          <p:nvPr/>
        </p:nvSpPr>
        <p:spPr>
          <a:xfrm>
            <a:off x="5154799" y="3866567"/>
            <a:ext cx="171450" cy="27647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702831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E90F65-4749-08FD-DF7B-5D2CCB4FE5E1}"/>
              </a:ext>
            </a:extLst>
          </p:cNvPr>
          <p:cNvSpPr>
            <a:spLocks noGrp="1"/>
          </p:cNvSpPr>
          <p:nvPr>
            <p:ph type="body" sz="quarter" idx="14"/>
          </p:nvPr>
        </p:nvSpPr>
        <p:spPr/>
        <p:txBody>
          <a:bodyPr/>
          <a:lstStyle/>
          <a:p>
            <a:r>
              <a:rPr lang="en-SG" sz="2000" dirty="0"/>
              <a:t>Check that you can see the database and data similar to below</a:t>
            </a:r>
          </a:p>
        </p:txBody>
      </p:sp>
      <p:sp>
        <p:nvSpPr>
          <p:cNvPr id="2" name="Title 1">
            <a:extLst>
              <a:ext uri="{FF2B5EF4-FFF2-40B4-BE49-F238E27FC236}">
                <a16:creationId xmlns:a16="http://schemas.microsoft.com/office/drawing/2014/main" id="{1B0BF4E3-A906-90A4-F7D5-066EEEB07401}"/>
              </a:ext>
            </a:extLst>
          </p:cNvPr>
          <p:cNvSpPr>
            <a:spLocks noGrp="1"/>
          </p:cNvSpPr>
          <p:nvPr>
            <p:ph type="title"/>
          </p:nvPr>
        </p:nvSpPr>
        <p:spPr/>
        <p:txBody>
          <a:bodyPr/>
          <a:lstStyle/>
          <a:p>
            <a:r>
              <a:rPr lang="en-SG" dirty="0"/>
              <a:t>Setting up </a:t>
            </a:r>
            <a:r>
              <a:rPr lang="en-SG" dirty="0" err="1"/>
              <a:t>petcare</a:t>
            </a:r>
            <a:r>
              <a:rPr lang="en-SG" dirty="0"/>
              <a:t> DB</a:t>
            </a:r>
          </a:p>
        </p:txBody>
      </p:sp>
      <p:pic>
        <p:nvPicPr>
          <p:cNvPr id="7" name="Picture 6">
            <a:extLst>
              <a:ext uri="{FF2B5EF4-FFF2-40B4-BE49-F238E27FC236}">
                <a16:creationId xmlns:a16="http://schemas.microsoft.com/office/drawing/2014/main" id="{5B8E2D96-03BF-04A3-3BD2-AA57A2D8D13F}"/>
              </a:ext>
            </a:extLst>
          </p:cNvPr>
          <p:cNvPicPr>
            <a:picLocks noChangeAspect="1"/>
          </p:cNvPicPr>
          <p:nvPr/>
        </p:nvPicPr>
        <p:blipFill>
          <a:blip r:embed="rId2"/>
          <a:stretch>
            <a:fillRect/>
          </a:stretch>
        </p:blipFill>
        <p:spPr>
          <a:xfrm>
            <a:off x="642252" y="3712028"/>
            <a:ext cx="1092256" cy="882695"/>
          </a:xfrm>
          <a:prstGeom prst="rect">
            <a:avLst/>
          </a:prstGeom>
          <a:ln>
            <a:solidFill>
              <a:schemeClr val="tx1"/>
            </a:solidFill>
          </a:ln>
        </p:spPr>
      </p:pic>
      <p:pic>
        <p:nvPicPr>
          <p:cNvPr id="9" name="Picture 8">
            <a:extLst>
              <a:ext uri="{FF2B5EF4-FFF2-40B4-BE49-F238E27FC236}">
                <a16:creationId xmlns:a16="http://schemas.microsoft.com/office/drawing/2014/main" id="{5242D0E2-E499-9943-7EAC-DA543799C454}"/>
              </a:ext>
            </a:extLst>
          </p:cNvPr>
          <p:cNvPicPr>
            <a:picLocks noChangeAspect="1"/>
          </p:cNvPicPr>
          <p:nvPr/>
        </p:nvPicPr>
        <p:blipFill>
          <a:blip r:embed="rId3"/>
          <a:stretch>
            <a:fillRect/>
          </a:stretch>
        </p:blipFill>
        <p:spPr>
          <a:xfrm>
            <a:off x="2499291" y="2601686"/>
            <a:ext cx="4696165" cy="1070083"/>
          </a:xfrm>
          <a:prstGeom prst="rect">
            <a:avLst/>
          </a:prstGeom>
          <a:ln>
            <a:solidFill>
              <a:schemeClr val="tx1"/>
            </a:solidFill>
          </a:ln>
        </p:spPr>
      </p:pic>
      <p:pic>
        <p:nvPicPr>
          <p:cNvPr id="11" name="Picture 10">
            <a:extLst>
              <a:ext uri="{FF2B5EF4-FFF2-40B4-BE49-F238E27FC236}">
                <a16:creationId xmlns:a16="http://schemas.microsoft.com/office/drawing/2014/main" id="{263F34DF-253F-3E80-2C9C-D5D506D74623}"/>
              </a:ext>
            </a:extLst>
          </p:cNvPr>
          <p:cNvPicPr>
            <a:picLocks noChangeAspect="1"/>
          </p:cNvPicPr>
          <p:nvPr/>
        </p:nvPicPr>
        <p:blipFill>
          <a:blip r:embed="rId4"/>
          <a:stretch>
            <a:fillRect/>
          </a:stretch>
        </p:blipFill>
        <p:spPr>
          <a:xfrm>
            <a:off x="2499291" y="3712028"/>
            <a:ext cx="5664994" cy="949017"/>
          </a:xfrm>
          <a:prstGeom prst="rect">
            <a:avLst/>
          </a:prstGeom>
          <a:ln>
            <a:solidFill>
              <a:schemeClr val="tx1"/>
            </a:solidFill>
          </a:ln>
        </p:spPr>
      </p:pic>
      <p:pic>
        <p:nvPicPr>
          <p:cNvPr id="13" name="Picture 12">
            <a:extLst>
              <a:ext uri="{FF2B5EF4-FFF2-40B4-BE49-F238E27FC236}">
                <a16:creationId xmlns:a16="http://schemas.microsoft.com/office/drawing/2014/main" id="{85C83AF1-44A2-DEF9-971F-59ED7B8411CB}"/>
              </a:ext>
            </a:extLst>
          </p:cNvPr>
          <p:cNvPicPr>
            <a:picLocks noChangeAspect="1"/>
          </p:cNvPicPr>
          <p:nvPr/>
        </p:nvPicPr>
        <p:blipFill>
          <a:blip r:embed="rId5"/>
          <a:stretch>
            <a:fillRect/>
          </a:stretch>
        </p:blipFill>
        <p:spPr>
          <a:xfrm>
            <a:off x="2499291" y="4737380"/>
            <a:ext cx="6178868" cy="819192"/>
          </a:xfrm>
          <a:prstGeom prst="rect">
            <a:avLst/>
          </a:prstGeom>
          <a:ln>
            <a:solidFill>
              <a:schemeClr val="tx1"/>
            </a:solidFill>
          </a:ln>
        </p:spPr>
      </p:pic>
    </p:spTree>
    <p:extLst>
      <p:ext uri="{BB962C8B-B14F-4D97-AF65-F5344CB8AC3E}">
        <p14:creationId xmlns:p14="http://schemas.microsoft.com/office/powerpoint/2010/main" val="2446576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BF0D01-EDD0-CED0-0B21-7E10684A02E3}"/>
              </a:ext>
            </a:extLst>
          </p:cNvPr>
          <p:cNvSpPr>
            <a:spLocks noGrp="1"/>
          </p:cNvSpPr>
          <p:nvPr>
            <p:ph type="body" sz="quarter" idx="14"/>
          </p:nvPr>
        </p:nvSpPr>
        <p:spPr/>
        <p:txBody>
          <a:bodyPr/>
          <a:lstStyle/>
          <a:p>
            <a:r>
              <a:rPr lang="en-SG" sz="2400" dirty="0"/>
              <a:t>In </a:t>
            </a:r>
            <a:r>
              <a:rPr lang="en-SG" sz="2400" b="1" dirty="0"/>
              <a:t>app.js </a:t>
            </a:r>
            <a:r>
              <a:rPr lang="en-SG" sz="2400" dirty="0"/>
              <a:t>update the database details for user, password* and database name</a:t>
            </a:r>
          </a:p>
        </p:txBody>
      </p:sp>
      <p:sp>
        <p:nvSpPr>
          <p:cNvPr id="2" name="Title 1">
            <a:extLst>
              <a:ext uri="{FF2B5EF4-FFF2-40B4-BE49-F238E27FC236}">
                <a16:creationId xmlns:a16="http://schemas.microsoft.com/office/drawing/2014/main" id="{17FDEF02-F3FB-B000-0717-2761A4AD561A}"/>
              </a:ext>
            </a:extLst>
          </p:cNvPr>
          <p:cNvSpPr>
            <a:spLocks noGrp="1"/>
          </p:cNvSpPr>
          <p:nvPr>
            <p:ph type="title"/>
          </p:nvPr>
        </p:nvSpPr>
        <p:spPr/>
        <p:txBody>
          <a:bodyPr/>
          <a:lstStyle/>
          <a:p>
            <a:r>
              <a:rPr lang="en-SG" dirty="0"/>
              <a:t>Running </a:t>
            </a:r>
            <a:r>
              <a:rPr lang="en-SG" dirty="0" err="1"/>
              <a:t>PetCareApp</a:t>
            </a:r>
            <a:endParaRPr lang="en-SG" dirty="0"/>
          </a:p>
        </p:txBody>
      </p:sp>
      <p:pic>
        <p:nvPicPr>
          <p:cNvPr id="5" name="Picture 4">
            <a:extLst>
              <a:ext uri="{FF2B5EF4-FFF2-40B4-BE49-F238E27FC236}">
                <a16:creationId xmlns:a16="http://schemas.microsoft.com/office/drawing/2014/main" id="{481FAAA6-98D9-00C0-F0C2-767F8B142043}"/>
              </a:ext>
            </a:extLst>
          </p:cNvPr>
          <p:cNvPicPr>
            <a:picLocks noChangeAspect="1"/>
          </p:cNvPicPr>
          <p:nvPr/>
        </p:nvPicPr>
        <p:blipFill>
          <a:blip r:embed="rId2"/>
          <a:stretch>
            <a:fillRect/>
          </a:stretch>
        </p:blipFill>
        <p:spPr>
          <a:xfrm>
            <a:off x="796763" y="2540311"/>
            <a:ext cx="7536022" cy="3450838"/>
          </a:xfrm>
          <a:prstGeom prst="rect">
            <a:avLst/>
          </a:prstGeom>
        </p:spPr>
      </p:pic>
      <p:sp>
        <p:nvSpPr>
          <p:cNvPr id="7" name="TextBox 6">
            <a:extLst>
              <a:ext uri="{FF2B5EF4-FFF2-40B4-BE49-F238E27FC236}">
                <a16:creationId xmlns:a16="http://schemas.microsoft.com/office/drawing/2014/main" id="{C840ACC3-9222-DD58-A92B-63A0980DB0BF}"/>
              </a:ext>
            </a:extLst>
          </p:cNvPr>
          <p:cNvSpPr txBox="1"/>
          <p:nvPr/>
        </p:nvSpPr>
        <p:spPr>
          <a:xfrm>
            <a:off x="696685" y="6165320"/>
            <a:ext cx="7168014" cy="523220"/>
          </a:xfrm>
          <a:prstGeom prst="rect">
            <a:avLst/>
          </a:prstGeom>
          <a:noFill/>
        </p:spPr>
        <p:txBody>
          <a:bodyPr wrap="square" rtlCol="0">
            <a:spAutoFit/>
          </a:bodyPr>
          <a:lstStyle/>
          <a:p>
            <a:r>
              <a:rPr lang="en-US" sz="1400" dirty="0">
                <a:solidFill>
                  <a:srgbClr val="0070C0"/>
                </a:solidFill>
              </a:rPr>
              <a:t>*If you have forgotten your database password, check your previous C237 app.js to see what your database password was.</a:t>
            </a:r>
            <a:endParaRPr lang="en-SG" sz="1400" dirty="0">
              <a:solidFill>
                <a:srgbClr val="0070C0"/>
              </a:solidFill>
            </a:endParaRPr>
          </a:p>
        </p:txBody>
      </p:sp>
    </p:spTree>
    <p:extLst>
      <p:ext uri="{BB962C8B-B14F-4D97-AF65-F5344CB8AC3E}">
        <p14:creationId xmlns:p14="http://schemas.microsoft.com/office/powerpoint/2010/main" val="700045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sz="1800" dirty="0"/>
              <a:t>Run your application by entering the command in the console:</a:t>
            </a:r>
          </a:p>
          <a:p>
            <a:pPr marL="0" indent="0" algn="ctr">
              <a:buNone/>
            </a:pPr>
            <a:r>
              <a:rPr lang="en-US" sz="1800" dirty="0">
                <a:solidFill>
                  <a:srgbClr val="00B050"/>
                </a:solidFill>
                <a:latin typeface="Consolas" panose="020B0609020204030204" pitchFamily="49" charset="0"/>
              </a:rPr>
              <a:t>node app.js</a:t>
            </a:r>
          </a:p>
          <a:p>
            <a:r>
              <a:rPr lang="en-US" sz="1800" dirty="0"/>
              <a:t>If everything is installed correctly, you should see the message in the console:</a:t>
            </a:r>
          </a:p>
          <a:p>
            <a:endParaRPr lang="en-US" sz="1800" dirty="0"/>
          </a:p>
          <a:p>
            <a:r>
              <a:rPr lang="en-US" sz="1800" dirty="0"/>
              <a:t>Open a web browser and enter the URL as shown in the screen capture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Running </a:t>
            </a:r>
            <a:r>
              <a:rPr lang="en-SG" dirty="0" err="1"/>
              <a:t>PetCareApp</a:t>
            </a:r>
            <a:endParaRPr lang="en-US" b="1" dirty="0"/>
          </a:p>
        </p:txBody>
      </p:sp>
      <p:pic>
        <p:nvPicPr>
          <p:cNvPr id="3" name="Picture 2">
            <a:extLst>
              <a:ext uri="{FF2B5EF4-FFF2-40B4-BE49-F238E27FC236}">
                <a16:creationId xmlns:a16="http://schemas.microsoft.com/office/drawing/2014/main" id="{3F0C9D88-5BC2-3C59-79B4-0B7DA2479B60}"/>
              </a:ext>
            </a:extLst>
          </p:cNvPr>
          <p:cNvPicPr>
            <a:picLocks noChangeAspect="1"/>
          </p:cNvPicPr>
          <p:nvPr/>
        </p:nvPicPr>
        <p:blipFill>
          <a:blip r:embed="rId2"/>
          <a:stretch>
            <a:fillRect/>
          </a:stretch>
        </p:blipFill>
        <p:spPr>
          <a:xfrm>
            <a:off x="2127960" y="2794674"/>
            <a:ext cx="5179855" cy="411396"/>
          </a:xfrm>
          <a:prstGeom prst="rect">
            <a:avLst/>
          </a:prstGeom>
        </p:spPr>
      </p:pic>
      <p:pic>
        <p:nvPicPr>
          <p:cNvPr id="7" name="Picture 6">
            <a:extLst>
              <a:ext uri="{FF2B5EF4-FFF2-40B4-BE49-F238E27FC236}">
                <a16:creationId xmlns:a16="http://schemas.microsoft.com/office/drawing/2014/main" id="{4AF8D4FD-8186-8539-3CAB-3D6D01C1A733}"/>
              </a:ext>
            </a:extLst>
          </p:cNvPr>
          <p:cNvPicPr>
            <a:picLocks noChangeAspect="1"/>
          </p:cNvPicPr>
          <p:nvPr/>
        </p:nvPicPr>
        <p:blipFill>
          <a:blip r:embed="rId3"/>
          <a:stretch>
            <a:fillRect/>
          </a:stretch>
        </p:blipFill>
        <p:spPr>
          <a:xfrm>
            <a:off x="2278774" y="3879172"/>
            <a:ext cx="4572000" cy="2621503"/>
          </a:xfrm>
          <a:prstGeom prst="rect">
            <a:avLst/>
          </a:prstGeom>
          <a:ln>
            <a:solidFill>
              <a:schemeClr val="tx1"/>
            </a:solidFill>
          </a:ln>
        </p:spPr>
      </p:pic>
    </p:spTree>
    <p:extLst>
      <p:ext uri="{BB962C8B-B14F-4D97-AF65-F5344CB8AC3E}">
        <p14:creationId xmlns:p14="http://schemas.microsoft.com/office/powerpoint/2010/main" val="2604771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802073-9AE4-3483-9B4D-1D90BFEFB689}"/>
              </a:ext>
            </a:extLst>
          </p:cNvPr>
          <p:cNvSpPr>
            <a:spLocks noGrp="1"/>
          </p:cNvSpPr>
          <p:nvPr>
            <p:ph type="body" sz="quarter" idx="14"/>
          </p:nvPr>
        </p:nvSpPr>
        <p:spPr/>
        <p:txBody>
          <a:bodyPr/>
          <a:lstStyle/>
          <a:p>
            <a:r>
              <a:rPr lang="en-SG" dirty="0"/>
              <a:t>You have successfully set up and run your </a:t>
            </a:r>
            <a:r>
              <a:rPr lang="en-SG" b="1" dirty="0" err="1"/>
              <a:t>PetCareApp</a:t>
            </a:r>
            <a:r>
              <a:rPr lang="en-SG" dirty="0"/>
              <a:t> from C237!</a:t>
            </a:r>
          </a:p>
          <a:p>
            <a:endParaRPr lang="en-SG" dirty="0"/>
          </a:p>
          <a:p>
            <a:r>
              <a:rPr lang="en-SG" dirty="0"/>
              <a:t>Login as a user and admin to test that all the features to are working. </a:t>
            </a:r>
          </a:p>
        </p:txBody>
      </p:sp>
      <p:sp>
        <p:nvSpPr>
          <p:cNvPr id="2" name="Title 1">
            <a:extLst>
              <a:ext uri="{FF2B5EF4-FFF2-40B4-BE49-F238E27FC236}">
                <a16:creationId xmlns:a16="http://schemas.microsoft.com/office/drawing/2014/main" id="{22CEA258-C343-665C-CC8B-A5107D14ABD5}"/>
              </a:ext>
            </a:extLst>
          </p:cNvPr>
          <p:cNvSpPr>
            <a:spLocks noGrp="1"/>
          </p:cNvSpPr>
          <p:nvPr>
            <p:ph type="title"/>
          </p:nvPr>
        </p:nvSpPr>
        <p:spPr/>
        <p:txBody>
          <a:bodyPr/>
          <a:lstStyle/>
          <a:p>
            <a:r>
              <a:rPr lang="en-SG" dirty="0"/>
              <a:t>Running </a:t>
            </a:r>
            <a:r>
              <a:rPr lang="en-SG" dirty="0" err="1"/>
              <a:t>PetCareApp</a:t>
            </a:r>
            <a:endParaRPr lang="en-SG" dirty="0"/>
          </a:p>
        </p:txBody>
      </p:sp>
    </p:spTree>
    <p:extLst>
      <p:ext uri="{BB962C8B-B14F-4D97-AF65-F5344CB8AC3E}">
        <p14:creationId xmlns:p14="http://schemas.microsoft.com/office/powerpoint/2010/main" val="1702593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900D88-F23C-7E95-DF63-F7AB8C485ED8}"/>
              </a:ext>
            </a:extLst>
          </p:cNvPr>
          <p:cNvSpPr>
            <a:spLocks noGrp="1"/>
          </p:cNvSpPr>
          <p:nvPr>
            <p:ph type="body" sz="quarter" idx="14"/>
          </p:nvPr>
        </p:nvSpPr>
        <p:spPr/>
        <p:txBody>
          <a:bodyPr>
            <a:normAutofit/>
          </a:bodyPr>
          <a:lstStyle/>
          <a:p>
            <a:pPr marL="457200" indent="-457200">
              <a:buFont typeface="+mj-lt"/>
              <a:buAutoNum type="alphaLcParenR"/>
            </a:pPr>
            <a:endParaRPr lang="en-US" dirty="0"/>
          </a:p>
          <a:p>
            <a:pPr marL="457200" indent="-457200">
              <a:buFont typeface="+mj-lt"/>
              <a:buAutoNum type="alphaLcParenR"/>
            </a:pPr>
            <a:r>
              <a:rPr lang="en-US" dirty="0"/>
              <a:t>Paste a screenshot of your VS Code </a:t>
            </a:r>
            <a:r>
              <a:rPr lang="en-US" b="1" dirty="0" err="1"/>
              <a:t>PetCareApp</a:t>
            </a:r>
            <a:r>
              <a:rPr lang="en-US" dirty="0"/>
              <a:t> project structure in your worksheet.</a:t>
            </a:r>
          </a:p>
          <a:p>
            <a:pPr marL="457200" indent="-457200">
              <a:buFont typeface="+mj-lt"/>
              <a:buAutoNum type="alphaLcParenR"/>
            </a:pPr>
            <a:endParaRPr lang="en-US" dirty="0"/>
          </a:p>
          <a:p>
            <a:pPr marL="457200" indent="-457200">
              <a:buFont typeface="+mj-lt"/>
              <a:buAutoNum type="alphaLcParenR"/>
            </a:pPr>
            <a:r>
              <a:rPr lang="en-US" dirty="0"/>
              <a:t>Paste a screenshot of your web browser displaying the list of users from </a:t>
            </a:r>
            <a:r>
              <a:rPr lang="en-US" b="1" dirty="0" err="1"/>
              <a:t>PetCareApp</a:t>
            </a:r>
            <a:r>
              <a:rPr lang="en-US" dirty="0"/>
              <a:t> in your worksheet.</a:t>
            </a:r>
          </a:p>
          <a:p>
            <a:endParaRPr lang="en-SG" dirty="0"/>
          </a:p>
        </p:txBody>
      </p:sp>
      <p:sp>
        <p:nvSpPr>
          <p:cNvPr id="2" name="Title 1">
            <a:extLst>
              <a:ext uri="{FF2B5EF4-FFF2-40B4-BE49-F238E27FC236}">
                <a16:creationId xmlns:a16="http://schemas.microsoft.com/office/drawing/2014/main" id="{50C3319B-46CF-489D-7264-5DDA3C083150}"/>
              </a:ext>
            </a:extLst>
          </p:cNvPr>
          <p:cNvSpPr>
            <a:spLocks noGrp="1"/>
          </p:cNvSpPr>
          <p:nvPr>
            <p:ph type="title"/>
          </p:nvPr>
        </p:nvSpPr>
        <p:spPr/>
        <p:txBody>
          <a:bodyPr/>
          <a:lstStyle/>
          <a:p>
            <a:r>
              <a:rPr lang="en-SG" dirty="0"/>
              <a:t>Exercise 2</a:t>
            </a:r>
          </a:p>
        </p:txBody>
      </p:sp>
      <p:pic>
        <p:nvPicPr>
          <p:cNvPr id="4" name="Picture 3">
            <a:extLst>
              <a:ext uri="{FF2B5EF4-FFF2-40B4-BE49-F238E27FC236}">
                <a16:creationId xmlns:a16="http://schemas.microsoft.com/office/drawing/2014/main" id="{590389D3-DD7A-BE86-D302-9989F212BD79}"/>
              </a:ext>
            </a:extLst>
          </p:cNvPr>
          <p:cNvPicPr>
            <a:picLocks noChangeAspect="1"/>
          </p:cNvPicPr>
          <p:nvPr/>
        </p:nvPicPr>
        <p:blipFill>
          <a:blip r:embed="rId2"/>
          <a:stretch>
            <a:fillRect/>
          </a:stretch>
        </p:blipFill>
        <p:spPr>
          <a:xfrm>
            <a:off x="7851750" y="150267"/>
            <a:ext cx="1083475" cy="1153784"/>
          </a:xfrm>
          <a:prstGeom prst="rect">
            <a:avLst/>
          </a:prstGeom>
        </p:spPr>
      </p:pic>
      <p:pic>
        <p:nvPicPr>
          <p:cNvPr id="5" name="Picture 4">
            <a:extLst>
              <a:ext uri="{FF2B5EF4-FFF2-40B4-BE49-F238E27FC236}">
                <a16:creationId xmlns:a16="http://schemas.microsoft.com/office/drawing/2014/main" id="{D5AC2325-B266-7D77-F815-4AF6BE05076F}"/>
              </a:ext>
            </a:extLst>
          </p:cNvPr>
          <p:cNvPicPr>
            <a:picLocks noChangeAspect="1"/>
          </p:cNvPicPr>
          <p:nvPr/>
        </p:nvPicPr>
        <p:blipFill>
          <a:blip r:embed="rId2"/>
          <a:stretch>
            <a:fillRect/>
          </a:stretch>
        </p:blipFill>
        <p:spPr>
          <a:xfrm>
            <a:off x="727051" y="1316347"/>
            <a:ext cx="488692" cy="520404"/>
          </a:xfrm>
          <a:prstGeom prst="rect">
            <a:avLst/>
          </a:prstGeom>
        </p:spPr>
      </p:pic>
    </p:spTree>
    <p:extLst>
      <p:ext uri="{BB962C8B-B14F-4D97-AF65-F5344CB8AC3E}">
        <p14:creationId xmlns:p14="http://schemas.microsoft.com/office/powerpoint/2010/main" val="2272623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62E69A-3AFE-6EFC-8763-659FA3468192}"/>
              </a:ext>
            </a:extLst>
          </p:cNvPr>
          <p:cNvPicPr>
            <a:picLocks noChangeAspect="1"/>
          </p:cNvPicPr>
          <p:nvPr/>
        </p:nvPicPr>
        <p:blipFill>
          <a:blip r:embed="rId3"/>
          <a:stretch>
            <a:fillRect/>
          </a:stretch>
        </p:blipFill>
        <p:spPr>
          <a:xfrm>
            <a:off x="3587434" y="1442587"/>
            <a:ext cx="1865521" cy="5225707"/>
          </a:xfrm>
          <a:prstGeom prst="rect">
            <a:avLst/>
          </a:prstGeom>
        </p:spPr>
      </p:pic>
      <p:sp>
        <p:nvSpPr>
          <p:cNvPr id="2" name="Title 1">
            <a:extLst>
              <a:ext uri="{FF2B5EF4-FFF2-40B4-BE49-F238E27FC236}">
                <a16:creationId xmlns:a16="http://schemas.microsoft.com/office/drawing/2014/main" id="{ECEF79A0-8D8B-1CCC-FF86-FD1F7554CF6D}"/>
              </a:ext>
            </a:extLst>
          </p:cNvPr>
          <p:cNvSpPr>
            <a:spLocks noGrp="1"/>
          </p:cNvSpPr>
          <p:nvPr>
            <p:ph type="title"/>
          </p:nvPr>
        </p:nvSpPr>
        <p:spPr/>
        <p:txBody>
          <a:bodyPr>
            <a:normAutofit fontScale="90000"/>
          </a:bodyPr>
          <a:lstStyle/>
          <a:p>
            <a:r>
              <a:rPr lang="en-SG" dirty="0"/>
              <a:t>NodeJS Project Folder Structure</a:t>
            </a:r>
          </a:p>
        </p:txBody>
      </p:sp>
      <p:sp>
        <p:nvSpPr>
          <p:cNvPr id="6" name="Rectangle 5">
            <a:extLst>
              <a:ext uri="{FF2B5EF4-FFF2-40B4-BE49-F238E27FC236}">
                <a16:creationId xmlns:a16="http://schemas.microsoft.com/office/drawing/2014/main" id="{6A43C3A2-D0E8-3975-DEEE-E6954D591E2E}"/>
              </a:ext>
            </a:extLst>
          </p:cNvPr>
          <p:cNvSpPr/>
          <p:nvPr/>
        </p:nvSpPr>
        <p:spPr>
          <a:xfrm>
            <a:off x="3772129" y="1419280"/>
            <a:ext cx="941385" cy="2518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08E12B41-D79C-0F5A-6F64-4F11EB3EC285}"/>
              </a:ext>
            </a:extLst>
          </p:cNvPr>
          <p:cNvSpPr txBox="1"/>
          <p:nvPr/>
        </p:nvSpPr>
        <p:spPr>
          <a:xfrm>
            <a:off x="1029314" y="1573629"/>
            <a:ext cx="1142429" cy="276999"/>
          </a:xfrm>
          <a:prstGeom prst="rect">
            <a:avLst/>
          </a:prstGeom>
          <a:noFill/>
          <a:ln>
            <a:solidFill>
              <a:srgbClr val="FF0000"/>
            </a:solidFill>
          </a:ln>
        </p:spPr>
        <p:txBody>
          <a:bodyPr wrap="none" rtlCol="0">
            <a:spAutoFit/>
          </a:bodyPr>
          <a:lstStyle/>
          <a:p>
            <a:pPr algn="ctr"/>
            <a:r>
              <a:rPr lang="en-SG" sz="1200" dirty="0"/>
              <a:t>Project folder</a:t>
            </a:r>
          </a:p>
        </p:txBody>
      </p:sp>
      <p:cxnSp>
        <p:nvCxnSpPr>
          <p:cNvPr id="11" name="Straight Arrow Connector 10">
            <a:extLst>
              <a:ext uri="{FF2B5EF4-FFF2-40B4-BE49-F238E27FC236}">
                <a16:creationId xmlns:a16="http://schemas.microsoft.com/office/drawing/2014/main" id="{9C17BDC4-52C5-E02F-EB31-195618ADBAEF}"/>
              </a:ext>
            </a:extLst>
          </p:cNvPr>
          <p:cNvCxnSpPr>
            <a:cxnSpLocks/>
            <a:stCxn id="7" idx="3"/>
            <a:endCxn id="6" idx="1"/>
          </p:cNvCxnSpPr>
          <p:nvPr/>
        </p:nvCxnSpPr>
        <p:spPr>
          <a:xfrm flipV="1">
            <a:off x="2171743" y="1545225"/>
            <a:ext cx="1600386" cy="1669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Rectangle 11">
            <a:extLst>
              <a:ext uri="{FF2B5EF4-FFF2-40B4-BE49-F238E27FC236}">
                <a16:creationId xmlns:a16="http://schemas.microsoft.com/office/drawing/2014/main" id="{4D17F49F-2629-19A5-989A-36A3FB0E6BAC}"/>
              </a:ext>
            </a:extLst>
          </p:cNvPr>
          <p:cNvSpPr/>
          <p:nvPr/>
        </p:nvSpPr>
        <p:spPr>
          <a:xfrm>
            <a:off x="3772129" y="1694030"/>
            <a:ext cx="1142429" cy="2243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44FF27EB-9730-1A76-E559-286332D792EB}"/>
              </a:ext>
            </a:extLst>
          </p:cNvPr>
          <p:cNvSpPr txBox="1"/>
          <p:nvPr/>
        </p:nvSpPr>
        <p:spPr>
          <a:xfrm>
            <a:off x="578263" y="2172829"/>
            <a:ext cx="2044529" cy="646331"/>
          </a:xfrm>
          <a:prstGeom prst="rect">
            <a:avLst/>
          </a:prstGeom>
          <a:noFill/>
          <a:ln>
            <a:solidFill>
              <a:srgbClr val="FF0000"/>
            </a:solidFill>
          </a:ln>
        </p:spPr>
        <p:txBody>
          <a:bodyPr wrap="square" rtlCol="0">
            <a:spAutoFit/>
          </a:bodyPr>
          <a:lstStyle/>
          <a:p>
            <a:pPr algn="ctr"/>
            <a:r>
              <a:rPr lang="en-SG" sz="1200" dirty="0"/>
              <a:t>Dependencies(external libraries or packages) will be installed here</a:t>
            </a:r>
          </a:p>
        </p:txBody>
      </p:sp>
      <p:cxnSp>
        <p:nvCxnSpPr>
          <p:cNvPr id="14" name="Straight Arrow Connector 13">
            <a:extLst>
              <a:ext uri="{FF2B5EF4-FFF2-40B4-BE49-F238E27FC236}">
                <a16:creationId xmlns:a16="http://schemas.microsoft.com/office/drawing/2014/main" id="{0B070BFB-652F-DCFE-385E-51867A406819}"/>
              </a:ext>
            </a:extLst>
          </p:cNvPr>
          <p:cNvCxnSpPr>
            <a:cxnSpLocks/>
            <a:stCxn id="13" idx="3"/>
            <a:endCxn id="12" idx="1"/>
          </p:cNvCxnSpPr>
          <p:nvPr/>
        </p:nvCxnSpPr>
        <p:spPr>
          <a:xfrm flipV="1">
            <a:off x="2622792" y="1806183"/>
            <a:ext cx="1149337" cy="68981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Rectangle 16">
            <a:extLst>
              <a:ext uri="{FF2B5EF4-FFF2-40B4-BE49-F238E27FC236}">
                <a16:creationId xmlns:a16="http://schemas.microsoft.com/office/drawing/2014/main" id="{77585787-5CAD-80FE-F209-CBABC20E6D83}"/>
              </a:ext>
            </a:extLst>
          </p:cNvPr>
          <p:cNvSpPr/>
          <p:nvPr/>
        </p:nvSpPr>
        <p:spPr>
          <a:xfrm>
            <a:off x="3772129" y="1944454"/>
            <a:ext cx="601752" cy="24573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81869358-82C6-9523-D3E3-460B8EF2D27D}"/>
              </a:ext>
            </a:extLst>
          </p:cNvPr>
          <p:cNvSpPr txBox="1"/>
          <p:nvPr/>
        </p:nvSpPr>
        <p:spPr>
          <a:xfrm>
            <a:off x="6039916" y="1575350"/>
            <a:ext cx="2604381" cy="461665"/>
          </a:xfrm>
          <a:prstGeom prst="rect">
            <a:avLst/>
          </a:prstGeom>
          <a:noFill/>
          <a:ln>
            <a:solidFill>
              <a:srgbClr val="FF0000"/>
            </a:solidFill>
          </a:ln>
        </p:spPr>
        <p:txBody>
          <a:bodyPr wrap="square" rtlCol="0">
            <a:spAutoFit/>
          </a:bodyPr>
          <a:lstStyle/>
          <a:p>
            <a:pPr algn="ctr"/>
            <a:r>
              <a:rPr lang="en-SG" sz="1200" dirty="0"/>
              <a:t>Assets such as images, </a:t>
            </a:r>
            <a:r>
              <a:rPr lang="en-SG" sz="1200" dirty="0" err="1"/>
              <a:t>javascript</a:t>
            </a:r>
            <a:r>
              <a:rPr lang="en-SG" sz="1200" dirty="0"/>
              <a:t>, </a:t>
            </a:r>
            <a:r>
              <a:rPr lang="en-SG" sz="1200" dirty="0" err="1"/>
              <a:t>css</a:t>
            </a:r>
            <a:r>
              <a:rPr lang="en-SG" sz="1200" dirty="0"/>
              <a:t> should be stored here</a:t>
            </a:r>
          </a:p>
        </p:txBody>
      </p:sp>
      <p:cxnSp>
        <p:nvCxnSpPr>
          <p:cNvPr id="19" name="Straight Arrow Connector 18">
            <a:extLst>
              <a:ext uri="{FF2B5EF4-FFF2-40B4-BE49-F238E27FC236}">
                <a16:creationId xmlns:a16="http://schemas.microsoft.com/office/drawing/2014/main" id="{5EC6868D-14A6-8020-CCB1-8340486BDD59}"/>
              </a:ext>
            </a:extLst>
          </p:cNvPr>
          <p:cNvCxnSpPr>
            <a:cxnSpLocks/>
            <a:stCxn id="18" idx="1"/>
            <a:endCxn id="17" idx="3"/>
          </p:cNvCxnSpPr>
          <p:nvPr/>
        </p:nvCxnSpPr>
        <p:spPr>
          <a:xfrm flipH="1">
            <a:off x="4373881" y="1806183"/>
            <a:ext cx="1666035" cy="26113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Rectangle 22">
            <a:extLst>
              <a:ext uri="{FF2B5EF4-FFF2-40B4-BE49-F238E27FC236}">
                <a16:creationId xmlns:a16="http://schemas.microsoft.com/office/drawing/2014/main" id="{8795F946-85AE-F51B-0062-5F301162746C}"/>
              </a:ext>
            </a:extLst>
          </p:cNvPr>
          <p:cNvSpPr/>
          <p:nvPr/>
        </p:nvSpPr>
        <p:spPr>
          <a:xfrm>
            <a:off x="3772130" y="2231217"/>
            <a:ext cx="1445966" cy="316384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038E1D44-D7F6-970D-DD09-C5757DC15A77}"/>
              </a:ext>
            </a:extLst>
          </p:cNvPr>
          <p:cNvSpPr txBox="1"/>
          <p:nvPr/>
        </p:nvSpPr>
        <p:spPr>
          <a:xfrm>
            <a:off x="6211762" y="3004049"/>
            <a:ext cx="2604381" cy="461665"/>
          </a:xfrm>
          <a:prstGeom prst="rect">
            <a:avLst/>
          </a:prstGeom>
          <a:noFill/>
          <a:ln>
            <a:solidFill>
              <a:srgbClr val="FF0000"/>
            </a:solidFill>
          </a:ln>
        </p:spPr>
        <p:txBody>
          <a:bodyPr wrap="square" rtlCol="0">
            <a:spAutoFit/>
          </a:bodyPr>
          <a:lstStyle/>
          <a:p>
            <a:pPr algn="ctr"/>
            <a:r>
              <a:rPr lang="en-SG" sz="1200" dirty="0"/>
              <a:t>EJS files that contain HTML and embedded JavaScript in this folder</a:t>
            </a:r>
          </a:p>
        </p:txBody>
      </p:sp>
      <p:cxnSp>
        <p:nvCxnSpPr>
          <p:cNvPr id="25" name="Straight Arrow Connector 24">
            <a:extLst>
              <a:ext uri="{FF2B5EF4-FFF2-40B4-BE49-F238E27FC236}">
                <a16:creationId xmlns:a16="http://schemas.microsoft.com/office/drawing/2014/main" id="{5FBAB007-3155-2FC9-47A4-E9D042560BE4}"/>
              </a:ext>
            </a:extLst>
          </p:cNvPr>
          <p:cNvCxnSpPr>
            <a:cxnSpLocks/>
            <a:stCxn id="24" idx="1"/>
            <a:endCxn id="23" idx="3"/>
          </p:cNvCxnSpPr>
          <p:nvPr/>
        </p:nvCxnSpPr>
        <p:spPr>
          <a:xfrm flipH="1">
            <a:off x="5218096" y="3234882"/>
            <a:ext cx="993666" cy="5782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Rectangle 30">
            <a:extLst>
              <a:ext uri="{FF2B5EF4-FFF2-40B4-BE49-F238E27FC236}">
                <a16:creationId xmlns:a16="http://schemas.microsoft.com/office/drawing/2014/main" id="{A728A58E-C396-8D83-4E09-EB9CF55DBB6B}"/>
              </a:ext>
            </a:extLst>
          </p:cNvPr>
          <p:cNvSpPr/>
          <p:nvPr/>
        </p:nvSpPr>
        <p:spPr>
          <a:xfrm>
            <a:off x="3772129" y="5668752"/>
            <a:ext cx="601752"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2" name="TextBox 31">
            <a:extLst>
              <a:ext uri="{FF2B5EF4-FFF2-40B4-BE49-F238E27FC236}">
                <a16:creationId xmlns:a16="http://schemas.microsoft.com/office/drawing/2014/main" id="{10A6403B-3E7C-29C5-1998-9E4891C154CF}"/>
              </a:ext>
            </a:extLst>
          </p:cNvPr>
          <p:cNvSpPr txBox="1"/>
          <p:nvPr/>
        </p:nvSpPr>
        <p:spPr>
          <a:xfrm>
            <a:off x="333435" y="4504290"/>
            <a:ext cx="2478024" cy="461665"/>
          </a:xfrm>
          <a:prstGeom prst="rect">
            <a:avLst/>
          </a:prstGeom>
          <a:noFill/>
          <a:ln>
            <a:solidFill>
              <a:srgbClr val="FF0000"/>
            </a:solidFill>
          </a:ln>
        </p:spPr>
        <p:txBody>
          <a:bodyPr wrap="square" rtlCol="0">
            <a:spAutoFit/>
          </a:bodyPr>
          <a:lstStyle/>
          <a:p>
            <a:pPr algn="ctr"/>
            <a:r>
              <a:rPr lang="en-SG" sz="1200" dirty="0"/>
              <a:t>Entry point for the project to run, also contains business logic*</a:t>
            </a:r>
          </a:p>
        </p:txBody>
      </p:sp>
      <p:cxnSp>
        <p:nvCxnSpPr>
          <p:cNvPr id="33" name="Straight Arrow Connector 32">
            <a:extLst>
              <a:ext uri="{FF2B5EF4-FFF2-40B4-BE49-F238E27FC236}">
                <a16:creationId xmlns:a16="http://schemas.microsoft.com/office/drawing/2014/main" id="{AAA987A3-71B6-B0D2-5797-72A8FFC10E3D}"/>
              </a:ext>
            </a:extLst>
          </p:cNvPr>
          <p:cNvCxnSpPr>
            <a:cxnSpLocks/>
            <a:stCxn id="32" idx="3"/>
            <a:endCxn id="31" idx="1"/>
          </p:cNvCxnSpPr>
          <p:nvPr/>
        </p:nvCxnSpPr>
        <p:spPr>
          <a:xfrm>
            <a:off x="2811459" y="4735123"/>
            <a:ext cx="960670" cy="104506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8" name="Rectangle 37">
            <a:extLst>
              <a:ext uri="{FF2B5EF4-FFF2-40B4-BE49-F238E27FC236}">
                <a16:creationId xmlns:a16="http://schemas.microsoft.com/office/drawing/2014/main" id="{A55A8B51-849E-3672-2A78-7969879D553B}"/>
              </a:ext>
            </a:extLst>
          </p:cNvPr>
          <p:cNvSpPr/>
          <p:nvPr/>
        </p:nvSpPr>
        <p:spPr>
          <a:xfrm>
            <a:off x="3770635" y="6429462"/>
            <a:ext cx="1029965" cy="18586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273CFCFF-D3EC-26E4-D711-A6654A75A9E1}"/>
              </a:ext>
            </a:extLst>
          </p:cNvPr>
          <p:cNvSpPr txBox="1"/>
          <p:nvPr/>
        </p:nvSpPr>
        <p:spPr>
          <a:xfrm>
            <a:off x="361515" y="5749821"/>
            <a:ext cx="2478024" cy="830997"/>
          </a:xfrm>
          <a:prstGeom prst="rect">
            <a:avLst/>
          </a:prstGeom>
          <a:noFill/>
          <a:ln>
            <a:solidFill>
              <a:srgbClr val="FF0000"/>
            </a:solidFill>
          </a:ln>
        </p:spPr>
        <p:txBody>
          <a:bodyPr wrap="square" rtlCol="0">
            <a:spAutoFit/>
          </a:bodyPr>
          <a:lstStyle/>
          <a:p>
            <a:pPr algn="ctr"/>
            <a:r>
              <a:rPr lang="en-SG" sz="1200" dirty="0"/>
              <a:t>Contains meta data about the project(e.g. project name, description), dependencies required by the project, etc.</a:t>
            </a:r>
          </a:p>
        </p:txBody>
      </p:sp>
      <p:cxnSp>
        <p:nvCxnSpPr>
          <p:cNvPr id="40" name="Straight Arrow Connector 39">
            <a:extLst>
              <a:ext uri="{FF2B5EF4-FFF2-40B4-BE49-F238E27FC236}">
                <a16:creationId xmlns:a16="http://schemas.microsoft.com/office/drawing/2014/main" id="{3514C241-0279-A1C3-619F-BAC07E1C6D76}"/>
              </a:ext>
            </a:extLst>
          </p:cNvPr>
          <p:cNvCxnSpPr>
            <a:cxnSpLocks/>
            <a:stCxn id="39" idx="3"/>
            <a:endCxn id="38" idx="1"/>
          </p:cNvCxnSpPr>
          <p:nvPr/>
        </p:nvCxnSpPr>
        <p:spPr>
          <a:xfrm>
            <a:off x="2839539" y="6165320"/>
            <a:ext cx="931096" cy="3570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1" name="Rectangle 40">
            <a:extLst>
              <a:ext uri="{FF2B5EF4-FFF2-40B4-BE49-F238E27FC236}">
                <a16:creationId xmlns:a16="http://schemas.microsoft.com/office/drawing/2014/main" id="{DBEDDA3B-E042-0A99-853D-CB03CB3E4B83}"/>
              </a:ext>
            </a:extLst>
          </p:cNvPr>
          <p:cNvSpPr/>
          <p:nvPr/>
        </p:nvSpPr>
        <p:spPr>
          <a:xfrm>
            <a:off x="3770635" y="6165320"/>
            <a:ext cx="1368750"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2" name="TextBox 41">
            <a:extLst>
              <a:ext uri="{FF2B5EF4-FFF2-40B4-BE49-F238E27FC236}">
                <a16:creationId xmlns:a16="http://schemas.microsoft.com/office/drawing/2014/main" id="{A75088EC-3E3D-E936-D774-75915F087620}"/>
              </a:ext>
            </a:extLst>
          </p:cNvPr>
          <p:cNvSpPr txBox="1"/>
          <p:nvPr/>
        </p:nvSpPr>
        <p:spPr>
          <a:xfrm>
            <a:off x="6228930" y="5697526"/>
            <a:ext cx="2604381" cy="646331"/>
          </a:xfrm>
          <a:prstGeom prst="rect">
            <a:avLst/>
          </a:prstGeom>
          <a:noFill/>
          <a:ln>
            <a:solidFill>
              <a:srgbClr val="FF0000"/>
            </a:solidFill>
          </a:ln>
        </p:spPr>
        <p:txBody>
          <a:bodyPr wrap="square" rtlCol="0">
            <a:spAutoFit/>
          </a:bodyPr>
          <a:lstStyle/>
          <a:p>
            <a:pPr algn="ctr"/>
            <a:r>
              <a:rPr lang="en-SG" sz="1200" dirty="0"/>
              <a:t>Automatically generated when you run </a:t>
            </a:r>
            <a:r>
              <a:rPr lang="en-SG" sz="1200" dirty="0" err="1"/>
              <a:t>npm</a:t>
            </a:r>
            <a:r>
              <a:rPr lang="en-SG" sz="1200" dirty="0"/>
              <a:t> install for the first time. Locks the version of the packages</a:t>
            </a:r>
          </a:p>
        </p:txBody>
      </p:sp>
      <p:cxnSp>
        <p:nvCxnSpPr>
          <p:cNvPr id="43" name="Straight Arrow Connector 42">
            <a:extLst>
              <a:ext uri="{FF2B5EF4-FFF2-40B4-BE49-F238E27FC236}">
                <a16:creationId xmlns:a16="http://schemas.microsoft.com/office/drawing/2014/main" id="{A102D1CB-C62C-71AE-3247-2051F7AB9072}"/>
              </a:ext>
            </a:extLst>
          </p:cNvPr>
          <p:cNvCxnSpPr>
            <a:cxnSpLocks/>
            <a:stCxn id="42" idx="1"/>
            <a:endCxn id="41" idx="3"/>
          </p:cNvCxnSpPr>
          <p:nvPr/>
        </p:nvCxnSpPr>
        <p:spPr>
          <a:xfrm flipH="1">
            <a:off x="5139385" y="6020692"/>
            <a:ext cx="1089545" cy="2560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3" name="Rectangle 62">
            <a:extLst>
              <a:ext uri="{FF2B5EF4-FFF2-40B4-BE49-F238E27FC236}">
                <a16:creationId xmlns:a16="http://schemas.microsoft.com/office/drawing/2014/main" id="{67C9F2EE-A262-05B7-4133-51599413D37F}"/>
              </a:ext>
            </a:extLst>
          </p:cNvPr>
          <p:cNvSpPr/>
          <p:nvPr/>
        </p:nvSpPr>
        <p:spPr>
          <a:xfrm>
            <a:off x="3770635" y="5418925"/>
            <a:ext cx="1368750" cy="1914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64" name="TextBox 63">
            <a:extLst>
              <a:ext uri="{FF2B5EF4-FFF2-40B4-BE49-F238E27FC236}">
                <a16:creationId xmlns:a16="http://schemas.microsoft.com/office/drawing/2014/main" id="{155FB508-8710-661C-717C-CD0D73343D5D}"/>
              </a:ext>
            </a:extLst>
          </p:cNvPr>
          <p:cNvSpPr txBox="1"/>
          <p:nvPr/>
        </p:nvSpPr>
        <p:spPr>
          <a:xfrm>
            <a:off x="6376904" y="4540596"/>
            <a:ext cx="2308431" cy="461665"/>
          </a:xfrm>
          <a:prstGeom prst="rect">
            <a:avLst/>
          </a:prstGeom>
          <a:noFill/>
          <a:ln>
            <a:solidFill>
              <a:srgbClr val="FF0000"/>
            </a:solidFill>
          </a:ln>
        </p:spPr>
        <p:txBody>
          <a:bodyPr wrap="square" rtlCol="0">
            <a:spAutoFit/>
          </a:bodyPr>
          <a:lstStyle/>
          <a:p>
            <a:pPr algn="ctr"/>
            <a:r>
              <a:rPr lang="en-US" sz="1200" dirty="0"/>
              <a:t>F</a:t>
            </a:r>
            <a:r>
              <a:rPr lang="en-SG" sz="1200" dirty="0" err="1"/>
              <a:t>iles</a:t>
            </a:r>
            <a:r>
              <a:rPr lang="en-SG" sz="1200" dirty="0"/>
              <a:t> to be ignored when pushing to git</a:t>
            </a:r>
          </a:p>
        </p:txBody>
      </p:sp>
      <p:cxnSp>
        <p:nvCxnSpPr>
          <p:cNvPr id="65" name="Straight Arrow Connector 64">
            <a:extLst>
              <a:ext uri="{FF2B5EF4-FFF2-40B4-BE49-F238E27FC236}">
                <a16:creationId xmlns:a16="http://schemas.microsoft.com/office/drawing/2014/main" id="{E0C54A3A-B22F-090D-9ED8-D60D435D9CCF}"/>
              </a:ext>
            </a:extLst>
          </p:cNvPr>
          <p:cNvCxnSpPr>
            <a:cxnSpLocks/>
            <a:stCxn id="64" idx="1"/>
            <a:endCxn id="63" idx="3"/>
          </p:cNvCxnSpPr>
          <p:nvPr/>
        </p:nvCxnSpPr>
        <p:spPr>
          <a:xfrm flipH="1">
            <a:off x="5139385" y="4771429"/>
            <a:ext cx="1237519" cy="74319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813009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999F84-50F2-39EA-4BF0-8078212138A3}"/>
              </a:ext>
            </a:extLst>
          </p:cNvPr>
          <p:cNvSpPr>
            <a:spLocks noGrp="1"/>
          </p:cNvSpPr>
          <p:nvPr>
            <p:ph type="body" sz="quarter" idx="14"/>
          </p:nvPr>
        </p:nvSpPr>
        <p:spPr/>
        <p:txBody>
          <a:bodyPr/>
          <a:lstStyle/>
          <a:p>
            <a:r>
              <a:rPr lang="en-US" dirty="0"/>
              <a:t>Do sign up for the GitHub Education account using your school email if you have not done so.</a:t>
            </a:r>
          </a:p>
          <a:p>
            <a:endParaRPr lang="en-US" dirty="0"/>
          </a:p>
          <a:p>
            <a:r>
              <a:rPr lang="en-US" dirty="0"/>
              <a:t>Use your </a:t>
            </a:r>
            <a:r>
              <a:rPr lang="en-US" b="1" dirty="0"/>
              <a:t>school email address</a:t>
            </a:r>
            <a:r>
              <a:rPr lang="en-US" dirty="0"/>
              <a:t> if possible - it speeds up verification. </a:t>
            </a:r>
          </a:p>
          <a:p>
            <a:endParaRPr lang="en-US" dirty="0"/>
          </a:p>
          <a:p>
            <a:r>
              <a:rPr lang="en-US" dirty="0"/>
              <a:t>If you see a </a:t>
            </a:r>
            <a:r>
              <a:rPr lang="en-US" b="1" dirty="0"/>
              <a:t>“PRO” label</a:t>
            </a:r>
            <a:r>
              <a:rPr lang="en-US" dirty="0"/>
              <a:t> on your profile, that should indicate that you have student benefits activated.</a:t>
            </a:r>
          </a:p>
          <a:p>
            <a:endParaRPr lang="en-US" dirty="0"/>
          </a:p>
          <a:p>
            <a:r>
              <a:rPr lang="en-US" dirty="0">
                <a:hlinkClick r:id="rId2"/>
              </a:rPr>
              <a:t>GitHub Student Developer Pack - GitHub Education</a:t>
            </a:r>
            <a:endParaRPr lang="en-SG" dirty="0"/>
          </a:p>
        </p:txBody>
      </p:sp>
      <p:sp>
        <p:nvSpPr>
          <p:cNvPr id="3" name="Title 2">
            <a:extLst>
              <a:ext uri="{FF2B5EF4-FFF2-40B4-BE49-F238E27FC236}">
                <a16:creationId xmlns:a16="http://schemas.microsoft.com/office/drawing/2014/main" id="{AB19A6E0-3A89-8964-D750-940408673C31}"/>
              </a:ext>
            </a:extLst>
          </p:cNvPr>
          <p:cNvSpPr>
            <a:spLocks noGrp="1"/>
          </p:cNvSpPr>
          <p:nvPr>
            <p:ph type="title"/>
          </p:nvPr>
        </p:nvSpPr>
        <p:spPr/>
        <p:txBody>
          <a:bodyPr/>
          <a:lstStyle/>
          <a:p>
            <a:r>
              <a:rPr lang="en-SG" dirty="0"/>
              <a:t>GitHub</a:t>
            </a:r>
          </a:p>
        </p:txBody>
      </p:sp>
      <p:pic>
        <p:nvPicPr>
          <p:cNvPr id="2050" name="Picture 2" descr="GitHub Logo, symbol, meaning, history, PNG, brand">
            <a:extLst>
              <a:ext uri="{FF2B5EF4-FFF2-40B4-BE49-F238E27FC236}">
                <a16:creationId xmlns:a16="http://schemas.microsoft.com/office/drawing/2014/main" id="{52D56D5F-027B-6949-9942-85F29EDD1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3981" y="5264976"/>
            <a:ext cx="1308043" cy="735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399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E02A3-BF6E-6E5A-2180-02136C07FD1A}"/>
              </a:ext>
            </a:extLst>
          </p:cNvPr>
          <p:cNvSpPr>
            <a:spLocks noGrp="1"/>
          </p:cNvSpPr>
          <p:nvPr>
            <p:ph type="title"/>
          </p:nvPr>
        </p:nvSpPr>
        <p:spPr/>
        <p:txBody>
          <a:bodyPr/>
          <a:lstStyle/>
          <a:p>
            <a:r>
              <a:rPr lang="en-SG" dirty="0"/>
              <a:t>Git, GitHub</a:t>
            </a:r>
          </a:p>
        </p:txBody>
      </p:sp>
      <p:grpSp>
        <p:nvGrpSpPr>
          <p:cNvPr id="18" name="Group 17">
            <a:extLst>
              <a:ext uri="{FF2B5EF4-FFF2-40B4-BE49-F238E27FC236}">
                <a16:creationId xmlns:a16="http://schemas.microsoft.com/office/drawing/2014/main" id="{AC526BB6-D599-1D58-4DE9-3245D818D402}"/>
              </a:ext>
            </a:extLst>
          </p:cNvPr>
          <p:cNvGrpSpPr/>
          <p:nvPr/>
        </p:nvGrpSpPr>
        <p:grpSpPr>
          <a:xfrm>
            <a:off x="692380" y="1509387"/>
            <a:ext cx="2355574" cy="4919870"/>
            <a:chOff x="6402300" y="1316347"/>
            <a:chExt cx="2355574" cy="4919870"/>
          </a:xfrm>
        </p:grpSpPr>
        <p:pic>
          <p:nvPicPr>
            <p:cNvPr id="15" name="Picture 14">
              <a:extLst>
                <a:ext uri="{FF2B5EF4-FFF2-40B4-BE49-F238E27FC236}">
                  <a16:creationId xmlns:a16="http://schemas.microsoft.com/office/drawing/2014/main" id="{E088019B-6DC5-1CB3-EE14-20C27D7B1D3A}"/>
                </a:ext>
              </a:extLst>
            </p:cNvPr>
            <p:cNvPicPr>
              <a:picLocks noChangeAspect="1"/>
            </p:cNvPicPr>
            <p:nvPr/>
          </p:nvPicPr>
          <p:blipFill>
            <a:blip r:embed="rId2"/>
            <a:stretch>
              <a:fillRect/>
            </a:stretch>
          </p:blipFill>
          <p:spPr>
            <a:xfrm>
              <a:off x="6596699" y="1316347"/>
              <a:ext cx="1936957" cy="4919870"/>
            </a:xfrm>
            <a:prstGeom prst="rect">
              <a:avLst/>
            </a:prstGeom>
          </p:spPr>
        </p:pic>
        <p:sp>
          <p:nvSpPr>
            <p:cNvPr id="12" name="Rectangle 11">
              <a:extLst>
                <a:ext uri="{FF2B5EF4-FFF2-40B4-BE49-F238E27FC236}">
                  <a16:creationId xmlns:a16="http://schemas.microsoft.com/office/drawing/2014/main" id="{A284DDE9-C161-1BAD-AF38-55C961146EFD}"/>
                </a:ext>
              </a:extLst>
            </p:cNvPr>
            <p:cNvSpPr/>
            <p:nvPr/>
          </p:nvSpPr>
          <p:spPr>
            <a:xfrm>
              <a:off x="6491751" y="4571412"/>
              <a:ext cx="387626" cy="3776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1CDC0603-2AAD-3192-BF8A-4150113DDADD}"/>
                </a:ext>
              </a:extLst>
            </p:cNvPr>
            <p:cNvSpPr/>
            <p:nvPr/>
          </p:nvSpPr>
          <p:spPr>
            <a:xfrm>
              <a:off x="6402300" y="4333461"/>
              <a:ext cx="2355574" cy="15405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17" name="Picture 16">
            <a:extLst>
              <a:ext uri="{FF2B5EF4-FFF2-40B4-BE49-F238E27FC236}">
                <a16:creationId xmlns:a16="http://schemas.microsoft.com/office/drawing/2014/main" id="{64C519F7-891F-C50B-70DC-C50F1A339C80}"/>
              </a:ext>
            </a:extLst>
          </p:cNvPr>
          <p:cNvPicPr>
            <a:picLocks noChangeAspect="1"/>
          </p:cNvPicPr>
          <p:nvPr/>
        </p:nvPicPr>
        <p:blipFill>
          <a:blip r:embed="rId3"/>
          <a:stretch>
            <a:fillRect/>
          </a:stretch>
        </p:blipFill>
        <p:spPr>
          <a:xfrm>
            <a:off x="3571251" y="3623452"/>
            <a:ext cx="5341015" cy="1298771"/>
          </a:xfrm>
          <a:prstGeom prst="rect">
            <a:avLst/>
          </a:prstGeom>
        </p:spPr>
      </p:pic>
      <p:sp>
        <p:nvSpPr>
          <p:cNvPr id="19" name="TextBox 18">
            <a:extLst>
              <a:ext uri="{FF2B5EF4-FFF2-40B4-BE49-F238E27FC236}">
                <a16:creationId xmlns:a16="http://schemas.microsoft.com/office/drawing/2014/main" id="{A4685374-E80E-95A1-EB9B-758A1E7D6D55}"/>
              </a:ext>
            </a:extLst>
          </p:cNvPr>
          <p:cNvSpPr txBox="1"/>
          <p:nvPr/>
        </p:nvSpPr>
        <p:spPr>
          <a:xfrm>
            <a:off x="547524" y="2325447"/>
            <a:ext cx="2918779" cy="461665"/>
          </a:xfrm>
          <a:prstGeom prst="rect">
            <a:avLst/>
          </a:prstGeom>
          <a:solidFill>
            <a:schemeClr val="bg1"/>
          </a:solidFill>
          <a:ln>
            <a:solidFill>
              <a:srgbClr val="FF0000"/>
            </a:solidFill>
          </a:ln>
        </p:spPr>
        <p:txBody>
          <a:bodyPr wrap="square" rtlCol="0">
            <a:spAutoFit/>
          </a:bodyPr>
          <a:lstStyle/>
          <a:p>
            <a:pPr algn="ctr"/>
            <a:r>
              <a:rPr lang="en-SG" sz="1200" dirty="0"/>
              <a:t>Check that you have the GitHub extension installed and you are signed in</a:t>
            </a:r>
          </a:p>
        </p:txBody>
      </p:sp>
      <p:cxnSp>
        <p:nvCxnSpPr>
          <p:cNvPr id="21" name="Straight Arrow Connector 20">
            <a:extLst>
              <a:ext uri="{FF2B5EF4-FFF2-40B4-BE49-F238E27FC236}">
                <a16:creationId xmlns:a16="http://schemas.microsoft.com/office/drawing/2014/main" id="{1193045F-F9E3-3489-72C0-B21A541B3856}"/>
              </a:ext>
            </a:extLst>
          </p:cNvPr>
          <p:cNvCxnSpPr/>
          <p:nvPr/>
        </p:nvCxnSpPr>
        <p:spPr>
          <a:xfrm flipH="1">
            <a:off x="1686560" y="2824480"/>
            <a:ext cx="294640" cy="17020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5938A81-726F-C7AC-DEE0-B1D36A90FE2B}"/>
              </a:ext>
            </a:extLst>
          </p:cNvPr>
          <p:cNvSpPr txBox="1"/>
          <p:nvPr/>
        </p:nvSpPr>
        <p:spPr>
          <a:xfrm>
            <a:off x="4117346" y="2362815"/>
            <a:ext cx="3850040" cy="461665"/>
          </a:xfrm>
          <a:prstGeom prst="rect">
            <a:avLst/>
          </a:prstGeom>
          <a:solidFill>
            <a:schemeClr val="bg1"/>
          </a:solidFill>
          <a:ln>
            <a:solidFill>
              <a:srgbClr val="FF0000"/>
            </a:solidFill>
          </a:ln>
        </p:spPr>
        <p:txBody>
          <a:bodyPr wrap="square" rtlCol="0">
            <a:spAutoFit/>
          </a:bodyPr>
          <a:lstStyle/>
          <a:p>
            <a:pPr algn="ctr"/>
            <a:r>
              <a:rPr lang="en-SG" sz="1200" dirty="0"/>
              <a:t>To check if you have git installed, in the terminal, enter: </a:t>
            </a:r>
            <a:r>
              <a:rPr lang="en-SG" sz="1200" dirty="0">
                <a:solidFill>
                  <a:srgbClr val="0070C0"/>
                </a:solidFill>
                <a:latin typeface="Consolas" panose="020B0609020204030204" pitchFamily="49" charset="0"/>
              </a:rPr>
              <a:t>git -v</a:t>
            </a:r>
          </a:p>
        </p:txBody>
      </p:sp>
      <p:cxnSp>
        <p:nvCxnSpPr>
          <p:cNvPr id="24" name="Straight Arrow Connector 23">
            <a:extLst>
              <a:ext uri="{FF2B5EF4-FFF2-40B4-BE49-F238E27FC236}">
                <a16:creationId xmlns:a16="http://schemas.microsoft.com/office/drawing/2014/main" id="{8E7241DB-19E6-F471-A4B6-28AEC6D47639}"/>
              </a:ext>
            </a:extLst>
          </p:cNvPr>
          <p:cNvCxnSpPr>
            <a:cxnSpLocks/>
            <a:stCxn id="22" idx="2"/>
          </p:cNvCxnSpPr>
          <p:nvPr/>
        </p:nvCxnSpPr>
        <p:spPr>
          <a:xfrm flipH="1">
            <a:off x="4431706" y="2824480"/>
            <a:ext cx="1610660" cy="129877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743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2B2C25-EB0B-BB06-04DD-74AE5DC05F4F}"/>
              </a:ext>
            </a:extLst>
          </p:cNvPr>
          <p:cNvSpPr>
            <a:spLocks noGrp="1"/>
          </p:cNvSpPr>
          <p:nvPr>
            <p:ph type="body" sz="quarter" idx="14"/>
          </p:nvPr>
        </p:nvSpPr>
        <p:spPr/>
        <p:txBody>
          <a:bodyPr/>
          <a:lstStyle/>
          <a:p>
            <a:r>
              <a:rPr lang="en-US" dirty="0"/>
              <a:t>A </a:t>
            </a:r>
            <a:r>
              <a:rPr lang="en-US" b="1" dirty="0"/>
              <a:t>.</a:t>
            </a:r>
            <a:r>
              <a:rPr lang="en-US" b="1" dirty="0" err="1"/>
              <a:t>gitignore</a:t>
            </a:r>
            <a:r>
              <a:rPr lang="en-US" b="1" dirty="0"/>
              <a:t> </a:t>
            </a:r>
            <a:r>
              <a:rPr lang="en-US" dirty="0"/>
              <a:t>file is a plain text file that instructs Git to ignore specified files and directories in a repository. By listing files that shouldn't be tracked, it prevents you from accidentally committing temporary files, build artifacts, or other unneeded data. </a:t>
            </a:r>
          </a:p>
          <a:p>
            <a:endParaRPr lang="en-US" dirty="0"/>
          </a:p>
          <a:p>
            <a:r>
              <a:rPr lang="en-US" dirty="0"/>
              <a:t>It contains a list of patterns, typically placed in the root directory, that match files and folders to be excluded, such as log files, temporary files, or build artifacts. </a:t>
            </a:r>
          </a:p>
          <a:p>
            <a:endParaRPr lang="en-US" dirty="0"/>
          </a:p>
          <a:p>
            <a:r>
              <a:rPr lang="en-US" dirty="0"/>
              <a:t>Once a file/directory is in </a:t>
            </a:r>
            <a:r>
              <a:rPr lang="en-US" b="1" dirty="0"/>
              <a:t>.</a:t>
            </a:r>
            <a:r>
              <a:rPr lang="en-US" b="1" dirty="0" err="1"/>
              <a:t>gitignore</a:t>
            </a:r>
            <a:r>
              <a:rPr lang="en-US" dirty="0"/>
              <a:t>, Git will not track changes to it, </a:t>
            </a:r>
            <a:r>
              <a:rPr lang="en-US" u="sng" dirty="0"/>
              <a:t>though it won't ignore files that have already been committed</a:t>
            </a:r>
            <a:r>
              <a:rPr lang="en-US" dirty="0"/>
              <a:t>. </a:t>
            </a:r>
          </a:p>
          <a:p>
            <a:endParaRPr lang="en-SG" dirty="0"/>
          </a:p>
        </p:txBody>
      </p:sp>
      <p:sp>
        <p:nvSpPr>
          <p:cNvPr id="3" name="Title 2">
            <a:extLst>
              <a:ext uri="{FF2B5EF4-FFF2-40B4-BE49-F238E27FC236}">
                <a16:creationId xmlns:a16="http://schemas.microsoft.com/office/drawing/2014/main" id="{102F924C-D29F-1602-208A-ED010CA795D2}"/>
              </a:ext>
            </a:extLst>
          </p:cNvPr>
          <p:cNvSpPr>
            <a:spLocks noGrp="1"/>
          </p:cNvSpPr>
          <p:nvPr>
            <p:ph type="title"/>
          </p:nvPr>
        </p:nvSpPr>
        <p:spPr/>
        <p:txBody>
          <a:bodyPr/>
          <a:lstStyle/>
          <a:p>
            <a:r>
              <a:rPr lang="en-SG" dirty="0"/>
              <a:t>.</a:t>
            </a:r>
            <a:r>
              <a:rPr lang="en-SG" dirty="0" err="1"/>
              <a:t>gitignore</a:t>
            </a:r>
            <a:endParaRPr lang="en-SG" dirty="0"/>
          </a:p>
        </p:txBody>
      </p:sp>
    </p:spTree>
    <p:extLst>
      <p:ext uri="{BB962C8B-B14F-4D97-AF65-F5344CB8AC3E}">
        <p14:creationId xmlns:p14="http://schemas.microsoft.com/office/powerpoint/2010/main" val="441179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5562FF-F0A0-4BA6-D231-70BE634EE547}"/>
              </a:ext>
            </a:extLst>
          </p:cNvPr>
          <p:cNvSpPr>
            <a:spLocks noGrp="1"/>
          </p:cNvSpPr>
          <p:nvPr>
            <p:ph type="body" sz="quarter" idx="14"/>
          </p:nvPr>
        </p:nvSpPr>
        <p:spPr/>
        <p:txBody>
          <a:bodyPr/>
          <a:lstStyle/>
          <a:p>
            <a:r>
              <a:rPr lang="en-US" sz="1800" b="1" dirty="0"/>
              <a:t>Create the file</a:t>
            </a:r>
            <a:r>
              <a:rPr lang="en-US" sz="1800" dirty="0"/>
              <a:t>: Place a text file named .</a:t>
            </a:r>
            <a:r>
              <a:rPr lang="en-US" sz="1800" dirty="0" err="1"/>
              <a:t>gitignore</a:t>
            </a:r>
            <a:r>
              <a:rPr lang="en-US" sz="1800" dirty="0"/>
              <a:t> in the root directory of your Git repository.</a:t>
            </a:r>
          </a:p>
          <a:p>
            <a:endParaRPr lang="en-US" sz="1800" dirty="0"/>
          </a:p>
          <a:p>
            <a:r>
              <a:rPr lang="en-US" sz="1800" b="1" dirty="0"/>
              <a:t>Add patterns</a:t>
            </a:r>
            <a:r>
              <a:rPr lang="en-US" sz="1800" dirty="0"/>
              <a:t>: Open the file in a text editor and add a new pattern on each line. These patterns can be specific file names, directory names, or wildcard expressions.</a:t>
            </a:r>
          </a:p>
          <a:p>
            <a:endParaRPr lang="en-US" sz="1800" dirty="0"/>
          </a:p>
          <a:p>
            <a:r>
              <a:rPr lang="en-US" sz="1800" b="1" dirty="0"/>
              <a:t>Commit the file</a:t>
            </a:r>
            <a:r>
              <a:rPr lang="en-US" sz="1800" dirty="0"/>
              <a:t>: After adding the patterns, commit the .</a:t>
            </a:r>
            <a:r>
              <a:rPr lang="en-US" sz="1800" dirty="0" err="1"/>
              <a:t>gitignore</a:t>
            </a:r>
            <a:r>
              <a:rPr lang="en-US" sz="1800" dirty="0"/>
              <a:t> file to your repository. This ensures that the ignore rules are version-controlled and shared with anyone who clones the project. </a:t>
            </a:r>
          </a:p>
          <a:p>
            <a:endParaRPr lang="en-SG" sz="1800" dirty="0"/>
          </a:p>
        </p:txBody>
      </p:sp>
      <p:sp>
        <p:nvSpPr>
          <p:cNvPr id="3" name="Title 2">
            <a:extLst>
              <a:ext uri="{FF2B5EF4-FFF2-40B4-BE49-F238E27FC236}">
                <a16:creationId xmlns:a16="http://schemas.microsoft.com/office/drawing/2014/main" id="{AD379BF2-B385-00CA-BFBF-E8DF04AE1E9F}"/>
              </a:ext>
            </a:extLst>
          </p:cNvPr>
          <p:cNvSpPr>
            <a:spLocks noGrp="1"/>
          </p:cNvSpPr>
          <p:nvPr>
            <p:ph type="title"/>
          </p:nvPr>
        </p:nvSpPr>
        <p:spPr/>
        <p:txBody>
          <a:bodyPr/>
          <a:lstStyle/>
          <a:p>
            <a:r>
              <a:rPr lang="en-SG" dirty="0"/>
              <a:t>.</a:t>
            </a:r>
            <a:r>
              <a:rPr lang="en-SG" dirty="0" err="1"/>
              <a:t>gitignore</a:t>
            </a:r>
            <a:endParaRPr lang="en-SG" dirty="0"/>
          </a:p>
        </p:txBody>
      </p:sp>
      <p:pic>
        <p:nvPicPr>
          <p:cNvPr id="5" name="Picture 4">
            <a:extLst>
              <a:ext uri="{FF2B5EF4-FFF2-40B4-BE49-F238E27FC236}">
                <a16:creationId xmlns:a16="http://schemas.microsoft.com/office/drawing/2014/main" id="{EA65DBE0-F5E7-C32A-BB36-0178A39933C9}"/>
              </a:ext>
            </a:extLst>
          </p:cNvPr>
          <p:cNvPicPr>
            <a:picLocks noChangeAspect="1"/>
          </p:cNvPicPr>
          <p:nvPr/>
        </p:nvPicPr>
        <p:blipFill>
          <a:blip r:embed="rId3"/>
          <a:stretch>
            <a:fillRect/>
          </a:stretch>
        </p:blipFill>
        <p:spPr>
          <a:xfrm>
            <a:off x="930537" y="4767982"/>
            <a:ext cx="3778623" cy="1728720"/>
          </a:xfrm>
          <a:prstGeom prst="rect">
            <a:avLst/>
          </a:prstGeom>
        </p:spPr>
      </p:pic>
      <p:sp>
        <p:nvSpPr>
          <p:cNvPr id="6" name="TextBox 5">
            <a:extLst>
              <a:ext uri="{FF2B5EF4-FFF2-40B4-BE49-F238E27FC236}">
                <a16:creationId xmlns:a16="http://schemas.microsoft.com/office/drawing/2014/main" id="{DCA9163A-BF54-2A13-D1A0-30B947BA0B65}"/>
              </a:ext>
            </a:extLst>
          </p:cNvPr>
          <p:cNvSpPr txBox="1"/>
          <p:nvPr/>
        </p:nvSpPr>
        <p:spPr>
          <a:xfrm>
            <a:off x="5641712" y="4964991"/>
            <a:ext cx="3067947" cy="738664"/>
          </a:xfrm>
          <a:prstGeom prst="rect">
            <a:avLst/>
          </a:prstGeom>
          <a:noFill/>
        </p:spPr>
        <p:txBody>
          <a:bodyPr wrap="square" rtlCol="0">
            <a:spAutoFit/>
          </a:bodyPr>
          <a:lstStyle/>
          <a:p>
            <a:r>
              <a:rPr lang="en-SG" sz="1400" dirty="0">
                <a:solidFill>
                  <a:srgbClr val="0070C0"/>
                </a:solidFill>
              </a:rPr>
              <a:t>By adding </a:t>
            </a:r>
            <a:r>
              <a:rPr lang="en-SG" sz="1400" dirty="0" err="1">
                <a:solidFill>
                  <a:srgbClr val="0070C0"/>
                </a:solidFill>
              </a:rPr>
              <a:t>node_modules</a:t>
            </a:r>
            <a:r>
              <a:rPr lang="en-SG" sz="1400" dirty="0">
                <a:solidFill>
                  <a:srgbClr val="0070C0"/>
                </a:solidFill>
              </a:rPr>
              <a:t> in .</a:t>
            </a:r>
            <a:r>
              <a:rPr lang="en-SG" sz="1400" dirty="0" err="1">
                <a:solidFill>
                  <a:srgbClr val="0070C0"/>
                </a:solidFill>
              </a:rPr>
              <a:t>gitignore</a:t>
            </a:r>
            <a:r>
              <a:rPr lang="en-SG" sz="1400" dirty="0">
                <a:solidFill>
                  <a:srgbClr val="0070C0"/>
                </a:solidFill>
              </a:rPr>
              <a:t>, </a:t>
            </a:r>
            <a:r>
              <a:rPr lang="en-SG" sz="1400" dirty="0" err="1">
                <a:solidFill>
                  <a:srgbClr val="0070C0"/>
                </a:solidFill>
              </a:rPr>
              <a:t>node_modules</a:t>
            </a:r>
            <a:r>
              <a:rPr lang="en-SG" sz="1400" dirty="0">
                <a:solidFill>
                  <a:srgbClr val="0070C0"/>
                </a:solidFill>
              </a:rPr>
              <a:t> will not be tracked or uploaded into GitHub</a:t>
            </a:r>
          </a:p>
        </p:txBody>
      </p:sp>
      <p:cxnSp>
        <p:nvCxnSpPr>
          <p:cNvPr id="8" name="Straight Arrow Connector 7">
            <a:extLst>
              <a:ext uri="{FF2B5EF4-FFF2-40B4-BE49-F238E27FC236}">
                <a16:creationId xmlns:a16="http://schemas.microsoft.com/office/drawing/2014/main" id="{6A5362C3-E75F-CEB1-8743-856E95736B33}"/>
              </a:ext>
            </a:extLst>
          </p:cNvPr>
          <p:cNvCxnSpPr>
            <a:cxnSpLocks/>
            <a:stCxn id="6" idx="1"/>
          </p:cNvCxnSpPr>
          <p:nvPr/>
        </p:nvCxnSpPr>
        <p:spPr>
          <a:xfrm flipH="1">
            <a:off x="4434840" y="5334323"/>
            <a:ext cx="120687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0770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577DF-4939-7C66-5DAE-D0B3D14497EA}"/>
              </a:ext>
            </a:extLst>
          </p:cNvPr>
          <p:cNvSpPr>
            <a:spLocks noGrp="1"/>
          </p:cNvSpPr>
          <p:nvPr>
            <p:ph type="body" sz="quarter" idx="14"/>
          </p:nvPr>
        </p:nvSpPr>
        <p:spPr>
          <a:xfrm>
            <a:off x="547526" y="1593024"/>
            <a:ext cx="7948774" cy="4572296"/>
          </a:xfrm>
        </p:spPr>
        <p:txBody>
          <a:bodyPr/>
          <a:lstStyle/>
          <a:p>
            <a:pPr marL="457200" lvl="0" indent="-457200">
              <a:buFont typeface="+mj-lt"/>
              <a:buAutoNum type="arabicPeriod"/>
            </a:pPr>
            <a:r>
              <a:rPr lang="en-SG" sz="1600" dirty="0"/>
              <a:t>In </a:t>
            </a:r>
            <a:r>
              <a:rPr lang="en-SG" sz="1600" dirty="0" err="1"/>
              <a:t>VSCode</a:t>
            </a:r>
            <a:r>
              <a:rPr lang="en-SG" sz="1600" dirty="0"/>
              <a:t>, select the folder that you wish to push to GitHub. (In this module and the demo video, we suggest that you push the whole folder that stores your C372 code for all the weeks.)</a:t>
            </a:r>
          </a:p>
          <a:p>
            <a:pPr marL="457200" lvl="0" indent="-457200">
              <a:buFont typeface="+mj-lt"/>
              <a:buAutoNum type="arabicPeriod"/>
            </a:pPr>
            <a:endParaRPr lang="en-SG" sz="1600" dirty="0"/>
          </a:p>
          <a:p>
            <a:pPr marL="457200" lvl="0" indent="-457200">
              <a:buFont typeface="+mj-lt"/>
              <a:buAutoNum type="arabicPeriod"/>
            </a:pPr>
            <a:r>
              <a:rPr lang="en-SG" sz="1600" dirty="0"/>
              <a:t>Click the </a:t>
            </a:r>
            <a:r>
              <a:rPr lang="en-SG" sz="1600" b="1" dirty="0"/>
              <a:t>Source Control</a:t>
            </a:r>
            <a:r>
              <a:rPr lang="en-SG" sz="1600" dirty="0"/>
              <a:t> icon on the far-left vertical sidebar (it looks like a three-pronged branching tree). </a:t>
            </a:r>
          </a:p>
          <a:p>
            <a:pPr marL="457200" lvl="0" indent="-457200">
              <a:buFont typeface="+mj-lt"/>
              <a:buAutoNum type="arabicPeriod"/>
            </a:pPr>
            <a:endParaRPr lang="en-SG" sz="1600" dirty="0"/>
          </a:p>
          <a:p>
            <a:pPr marL="457200" lvl="0" indent="-457200">
              <a:buFont typeface="+mj-lt"/>
              <a:buAutoNum type="arabicPeriod"/>
            </a:pPr>
            <a:r>
              <a:rPr lang="en-SG" sz="1600" b="1" dirty="0"/>
              <a:t>Initialize Git:</a:t>
            </a:r>
            <a:r>
              <a:rPr lang="en-SG" sz="1600" dirty="0"/>
              <a:t> Click the blue </a:t>
            </a:r>
            <a:r>
              <a:rPr lang="en-SG" sz="1600" b="1" dirty="0"/>
              <a:t>Initialize Repository</a:t>
            </a:r>
            <a:r>
              <a:rPr lang="en-SG" sz="1600" dirty="0"/>
              <a:t> button in the sidebar. Your files will instantly appear under a list called </a:t>
            </a:r>
            <a:r>
              <a:rPr lang="en-SG" sz="1600" i="1" dirty="0"/>
              <a:t>Changes</a:t>
            </a:r>
            <a:r>
              <a:rPr lang="en-SG" sz="1600" dirty="0"/>
              <a:t>.</a:t>
            </a:r>
          </a:p>
          <a:p>
            <a:pPr marL="457200" lvl="0" indent="-457200">
              <a:buFont typeface="+mj-lt"/>
              <a:buAutoNum type="arabicPeriod"/>
            </a:pPr>
            <a:endParaRPr lang="en-SG" sz="1600" dirty="0"/>
          </a:p>
          <a:p>
            <a:pPr marL="457200" lvl="0" indent="-457200">
              <a:buFont typeface="+mj-lt"/>
              <a:buAutoNum type="arabicPeriod"/>
            </a:pPr>
            <a:r>
              <a:rPr lang="en-SG" sz="1600" b="1" dirty="0"/>
              <a:t>Stage your files:</a:t>
            </a:r>
            <a:r>
              <a:rPr lang="en-SG" sz="1600" dirty="0"/>
              <a:t> Hover your mouse over the word </a:t>
            </a:r>
            <a:r>
              <a:rPr lang="en-SG" sz="1600" i="1" dirty="0"/>
              <a:t>Changes</a:t>
            </a:r>
            <a:r>
              <a:rPr lang="en-SG" sz="1600" dirty="0"/>
              <a:t> and click the </a:t>
            </a:r>
            <a:r>
              <a:rPr lang="en-SG" sz="1600" b="1" dirty="0"/>
              <a:t>+ (plus sign)</a:t>
            </a:r>
            <a:r>
              <a:rPr lang="en-SG" sz="1600" dirty="0"/>
              <a:t> icon to stage all files for your first save.</a:t>
            </a:r>
          </a:p>
          <a:p>
            <a:pPr marL="457200" lvl="0" indent="-457200">
              <a:buFont typeface="+mj-lt"/>
              <a:buAutoNum type="arabicPeriod"/>
            </a:pPr>
            <a:endParaRPr lang="en-SG" sz="1600" dirty="0"/>
          </a:p>
          <a:p>
            <a:pPr marL="457200" lvl="0" indent="-457200">
              <a:buFont typeface="+mj-lt"/>
              <a:buAutoNum type="arabicPeriod"/>
            </a:pPr>
            <a:r>
              <a:rPr lang="en-SG" sz="1600" b="1" dirty="0"/>
              <a:t>Commit your changes:</a:t>
            </a:r>
            <a:r>
              <a:rPr lang="en-SG" sz="1600" dirty="0"/>
              <a:t> Type a message (like Initial commit) into the text box at the top of the sidebar, then click the blue </a:t>
            </a:r>
            <a:r>
              <a:rPr lang="en-SG" sz="1600" b="1" dirty="0"/>
              <a:t>Commit</a:t>
            </a:r>
            <a:r>
              <a:rPr lang="en-SG" sz="1600" dirty="0"/>
              <a:t> button.</a:t>
            </a:r>
          </a:p>
          <a:p>
            <a:endParaRPr lang="en-SG" sz="1600" dirty="0"/>
          </a:p>
        </p:txBody>
      </p:sp>
      <p:sp>
        <p:nvSpPr>
          <p:cNvPr id="3" name="Title 2">
            <a:extLst>
              <a:ext uri="{FF2B5EF4-FFF2-40B4-BE49-F238E27FC236}">
                <a16:creationId xmlns:a16="http://schemas.microsoft.com/office/drawing/2014/main" id="{7FBA25D4-91F2-2209-6388-E90D1B831C52}"/>
              </a:ext>
            </a:extLst>
          </p:cNvPr>
          <p:cNvSpPr>
            <a:spLocks noGrp="1"/>
          </p:cNvSpPr>
          <p:nvPr>
            <p:ph type="title"/>
          </p:nvPr>
        </p:nvSpPr>
        <p:spPr/>
        <p:txBody>
          <a:bodyPr>
            <a:normAutofit fontScale="90000"/>
          </a:bodyPr>
          <a:lstStyle/>
          <a:p>
            <a:r>
              <a:rPr lang="en-SG" b="1" dirty="0"/>
              <a:t>Create the Local Git Repository</a:t>
            </a:r>
            <a:endParaRPr lang="en-SG" dirty="0"/>
          </a:p>
        </p:txBody>
      </p:sp>
      <p:sp>
        <p:nvSpPr>
          <p:cNvPr id="10" name="TextBox 9">
            <a:extLst>
              <a:ext uri="{FF2B5EF4-FFF2-40B4-BE49-F238E27FC236}">
                <a16:creationId xmlns:a16="http://schemas.microsoft.com/office/drawing/2014/main" id="{DCCBD77E-8CB1-F62F-BD5C-1B23B03ABDDD}"/>
              </a:ext>
            </a:extLst>
          </p:cNvPr>
          <p:cNvSpPr txBox="1"/>
          <p:nvPr/>
        </p:nvSpPr>
        <p:spPr>
          <a:xfrm>
            <a:off x="90324" y="262114"/>
            <a:ext cx="7174593" cy="307777"/>
          </a:xfrm>
          <a:prstGeom prst="rect">
            <a:avLst/>
          </a:prstGeom>
          <a:noFill/>
        </p:spPr>
        <p:txBody>
          <a:bodyPr wrap="none" rtlCol="0">
            <a:spAutoFit/>
          </a:bodyPr>
          <a:lstStyle/>
          <a:p>
            <a:r>
              <a:rPr lang="en-US" sz="1400" dirty="0">
                <a:solidFill>
                  <a:srgbClr val="0070C0"/>
                </a:solidFill>
              </a:rPr>
              <a:t>You can also refer to the video demo: C372_VSCode_GitHub_Initialise_Publish_Guide.mp4</a:t>
            </a:r>
            <a:endParaRPr lang="en-SG" sz="1400" dirty="0">
              <a:solidFill>
                <a:srgbClr val="0070C0"/>
              </a:solidFill>
            </a:endParaRPr>
          </a:p>
        </p:txBody>
      </p:sp>
    </p:spTree>
    <p:extLst>
      <p:ext uri="{BB962C8B-B14F-4D97-AF65-F5344CB8AC3E}">
        <p14:creationId xmlns:p14="http://schemas.microsoft.com/office/powerpoint/2010/main" val="494290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E72AC7-EF42-57CC-A912-D6A9011A8CDD}"/>
              </a:ext>
            </a:extLst>
          </p:cNvPr>
          <p:cNvSpPr>
            <a:spLocks noGrp="1"/>
          </p:cNvSpPr>
          <p:nvPr>
            <p:ph type="body" sz="quarter" idx="14"/>
          </p:nvPr>
        </p:nvSpPr>
        <p:spPr/>
        <p:txBody>
          <a:bodyPr/>
          <a:lstStyle/>
          <a:p>
            <a:pPr marL="342900" lvl="0" indent="-342900">
              <a:buFont typeface="+mj-lt"/>
              <a:buAutoNum type="arabicPeriod"/>
            </a:pPr>
            <a:r>
              <a:rPr lang="en-SG" sz="1800" b="1" dirty="0"/>
              <a:t>Trigger the publish option:</a:t>
            </a:r>
            <a:r>
              <a:rPr lang="en-SG" sz="1800" dirty="0"/>
              <a:t> In that same Source Control sidebar, click the blue </a:t>
            </a:r>
            <a:r>
              <a:rPr lang="en-SG" sz="1800" b="1" dirty="0"/>
              <a:t>Publish Branch</a:t>
            </a:r>
            <a:r>
              <a:rPr lang="en-SG" sz="1800" dirty="0"/>
              <a:t> (or </a:t>
            </a:r>
            <a:r>
              <a:rPr lang="en-SG" sz="1800" b="1" dirty="0"/>
              <a:t>Publish to GitHub</a:t>
            </a:r>
            <a:r>
              <a:rPr lang="en-SG" sz="1800" dirty="0"/>
              <a:t>) button.</a:t>
            </a:r>
          </a:p>
          <a:p>
            <a:pPr marL="342900" lvl="0" indent="-342900">
              <a:buFont typeface="+mj-lt"/>
              <a:buAutoNum type="arabicPeriod"/>
            </a:pPr>
            <a:r>
              <a:rPr lang="en-SG" sz="1800" b="1" dirty="0"/>
              <a:t>Authorize GitHub (First time only):</a:t>
            </a:r>
            <a:endParaRPr lang="en-SG" sz="1800" dirty="0"/>
          </a:p>
          <a:p>
            <a:pPr marL="800100" lvl="1" indent="-342900">
              <a:buFont typeface="+mj-lt"/>
              <a:buAutoNum type="arabicPeriod"/>
            </a:pPr>
            <a:r>
              <a:rPr lang="en-SG" sz="1600" dirty="0"/>
              <a:t>Click </a:t>
            </a:r>
            <a:r>
              <a:rPr lang="en-SG" sz="1600" b="1" dirty="0"/>
              <a:t>Allow</a:t>
            </a:r>
            <a:r>
              <a:rPr lang="en-SG" sz="1600" dirty="0"/>
              <a:t> on the pop-up asking to let VS Code sign into GitHub.</a:t>
            </a:r>
          </a:p>
          <a:p>
            <a:pPr marL="800100" lvl="1" indent="-342900">
              <a:buFont typeface="+mj-lt"/>
              <a:buAutoNum type="arabicPeriod"/>
            </a:pPr>
            <a:r>
              <a:rPr lang="en-SG" sz="1600" dirty="0"/>
              <a:t>Your web browser will open. Log into GitHub if prompted, click </a:t>
            </a:r>
            <a:r>
              <a:rPr lang="en-SG" sz="1600" b="1" dirty="0"/>
              <a:t>Authorize </a:t>
            </a:r>
            <a:r>
              <a:rPr lang="en-SG" sz="1600" b="1" dirty="0" err="1"/>
              <a:t>VisualStudioCode</a:t>
            </a:r>
            <a:r>
              <a:rPr lang="en-SG" sz="1600" dirty="0"/>
              <a:t>, and then confirm to return to VS Code.</a:t>
            </a:r>
          </a:p>
          <a:p>
            <a:pPr marL="342900" lvl="0" indent="-342900">
              <a:buFont typeface="+mj-lt"/>
              <a:buAutoNum type="arabicPeriod"/>
            </a:pPr>
            <a:r>
              <a:rPr lang="en-SG" sz="1800" b="1" dirty="0"/>
              <a:t>Choose privacy level:</a:t>
            </a:r>
            <a:r>
              <a:rPr lang="en-SG" sz="1800" dirty="0"/>
              <a:t> A dropdown menu will appear at the top </a:t>
            </a:r>
            <a:r>
              <a:rPr lang="en-SG" sz="1800" dirty="0" err="1"/>
              <a:t>center</a:t>
            </a:r>
            <a:r>
              <a:rPr lang="en-SG" sz="1800" dirty="0"/>
              <a:t> of VS Code. Select either:</a:t>
            </a:r>
          </a:p>
          <a:p>
            <a:pPr marL="800100" lvl="1" indent="-342900">
              <a:buFont typeface="+mj-lt"/>
              <a:buAutoNum type="arabicPeriod"/>
            </a:pPr>
            <a:r>
              <a:rPr lang="en-SG" sz="1600" b="1" dirty="0"/>
              <a:t>Publish to GitHub private repository</a:t>
            </a:r>
            <a:r>
              <a:rPr lang="en-SG" sz="1600" dirty="0"/>
              <a:t> (Hidden from the public)</a:t>
            </a:r>
          </a:p>
          <a:p>
            <a:pPr marL="800100" lvl="1" indent="-342900">
              <a:buFont typeface="+mj-lt"/>
              <a:buAutoNum type="arabicPeriod"/>
            </a:pPr>
            <a:r>
              <a:rPr lang="en-SG" sz="1600" b="1" dirty="0">
                <a:highlight>
                  <a:srgbClr val="FFFF00"/>
                </a:highlight>
              </a:rPr>
              <a:t>Publish to GitHub public repository</a:t>
            </a:r>
            <a:r>
              <a:rPr lang="en-SG" sz="1600" dirty="0">
                <a:highlight>
                  <a:srgbClr val="FFFF00"/>
                </a:highlight>
              </a:rPr>
              <a:t> (Visible to anyone. Choose this option as this will be part of your portfolio as a student)</a:t>
            </a:r>
          </a:p>
          <a:p>
            <a:pPr marL="342900" lvl="0" indent="-342900">
              <a:buFont typeface="+mj-lt"/>
              <a:buAutoNum type="arabicPeriod"/>
            </a:pPr>
            <a:r>
              <a:rPr lang="en-SG" sz="1800" b="1" dirty="0"/>
              <a:t>Name and upload:</a:t>
            </a:r>
            <a:r>
              <a:rPr lang="en-SG" sz="1800" dirty="0"/>
              <a:t> Confirm or type your repository name and press </a:t>
            </a:r>
            <a:r>
              <a:rPr lang="en-SG" sz="1800" b="1" dirty="0"/>
              <a:t>Enter</a:t>
            </a:r>
            <a:r>
              <a:rPr lang="en-SG" sz="1800" dirty="0"/>
              <a:t>.</a:t>
            </a:r>
          </a:p>
          <a:p>
            <a:pPr marL="0" indent="0">
              <a:buNone/>
            </a:pPr>
            <a:endParaRPr lang="en-SG" sz="1800" dirty="0"/>
          </a:p>
          <a:p>
            <a:pPr marL="0" indent="0">
              <a:buNone/>
            </a:pPr>
            <a:r>
              <a:rPr lang="en-SG" sz="1800" dirty="0"/>
              <a:t>VS Code will automatically link your local folder to GitHub and push your code. When it finishes, a pop-up in the bottom-right corner will give you an </a:t>
            </a:r>
            <a:r>
              <a:rPr lang="en-SG" sz="1800" b="1" dirty="0"/>
              <a:t>Open on GitHub</a:t>
            </a:r>
            <a:r>
              <a:rPr lang="en-SG" sz="1800" dirty="0"/>
              <a:t> button so you can view your live repository online!</a:t>
            </a:r>
          </a:p>
          <a:p>
            <a:pPr marL="342900" indent="-342900">
              <a:buFont typeface="+mj-lt"/>
              <a:buAutoNum type="arabicPeriod"/>
            </a:pPr>
            <a:endParaRPr lang="en-SG" sz="1800" dirty="0"/>
          </a:p>
        </p:txBody>
      </p:sp>
      <p:sp>
        <p:nvSpPr>
          <p:cNvPr id="3" name="Title 2">
            <a:extLst>
              <a:ext uri="{FF2B5EF4-FFF2-40B4-BE49-F238E27FC236}">
                <a16:creationId xmlns:a16="http://schemas.microsoft.com/office/drawing/2014/main" id="{42828A41-4490-B1C3-7285-148B7D4B1CE6}"/>
              </a:ext>
            </a:extLst>
          </p:cNvPr>
          <p:cNvSpPr>
            <a:spLocks noGrp="1"/>
          </p:cNvSpPr>
          <p:nvPr>
            <p:ph type="title"/>
          </p:nvPr>
        </p:nvSpPr>
        <p:spPr/>
        <p:txBody>
          <a:bodyPr>
            <a:normAutofit fontScale="90000"/>
          </a:bodyPr>
          <a:lstStyle/>
          <a:p>
            <a:r>
              <a:rPr lang="en-SG" b="1" dirty="0"/>
              <a:t>Publish Your Repository to GitHub</a:t>
            </a:r>
            <a:endParaRPr lang="en-SG" dirty="0"/>
          </a:p>
        </p:txBody>
      </p:sp>
      <p:sp>
        <p:nvSpPr>
          <p:cNvPr id="7" name="TextBox 6">
            <a:extLst>
              <a:ext uri="{FF2B5EF4-FFF2-40B4-BE49-F238E27FC236}">
                <a16:creationId xmlns:a16="http://schemas.microsoft.com/office/drawing/2014/main" id="{D7E986DE-F4A2-1415-6951-496257AC2F59}"/>
              </a:ext>
            </a:extLst>
          </p:cNvPr>
          <p:cNvSpPr txBox="1"/>
          <p:nvPr/>
        </p:nvSpPr>
        <p:spPr>
          <a:xfrm>
            <a:off x="90324" y="262114"/>
            <a:ext cx="7174593" cy="307777"/>
          </a:xfrm>
          <a:prstGeom prst="rect">
            <a:avLst/>
          </a:prstGeom>
          <a:noFill/>
        </p:spPr>
        <p:txBody>
          <a:bodyPr wrap="none" rtlCol="0">
            <a:spAutoFit/>
          </a:bodyPr>
          <a:lstStyle/>
          <a:p>
            <a:r>
              <a:rPr lang="en-US" sz="1400" dirty="0">
                <a:solidFill>
                  <a:srgbClr val="0070C0"/>
                </a:solidFill>
              </a:rPr>
              <a:t>You can also refer to the video demo: C372_VSCode_GitHub_Initialise_Publish_Guide.mp4</a:t>
            </a:r>
            <a:endParaRPr lang="en-SG" sz="1400" dirty="0">
              <a:solidFill>
                <a:srgbClr val="0070C0"/>
              </a:solidFill>
            </a:endParaRPr>
          </a:p>
        </p:txBody>
      </p:sp>
    </p:spTree>
    <p:extLst>
      <p:ext uri="{BB962C8B-B14F-4D97-AF65-F5344CB8AC3E}">
        <p14:creationId xmlns:p14="http://schemas.microsoft.com/office/powerpoint/2010/main" val="3365612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34B906-2DBA-DC9F-44E1-8B8BD02395A3}"/>
              </a:ext>
            </a:extLst>
          </p:cNvPr>
          <p:cNvSpPr>
            <a:spLocks noGrp="1"/>
          </p:cNvSpPr>
          <p:nvPr>
            <p:ph type="title"/>
          </p:nvPr>
        </p:nvSpPr>
        <p:spPr>
          <a:xfrm>
            <a:off x="546165" y="785814"/>
            <a:ext cx="8015576" cy="623667"/>
          </a:xfrm>
        </p:spPr>
        <p:txBody>
          <a:bodyPr anchor="ctr">
            <a:normAutofit/>
          </a:bodyPr>
          <a:lstStyle/>
          <a:p>
            <a:r>
              <a:rPr lang="en-SG" dirty="0"/>
              <a:t>GitHub Repositories</a:t>
            </a:r>
          </a:p>
        </p:txBody>
      </p:sp>
      <p:sp>
        <p:nvSpPr>
          <p:cNvPr id="2" name="Text Placeholder 1">
            <a:extLst>
              <a:ext uri="{FF2B5EF4-FFF2-40B4-BE49-F238E27FC236}">
                <a16:creationId xmlns:a16="http://schemas.microsoft.com/office/drawing/2014/main" id="{FF08BB9C-0E64-9F8E-2B93-38DE8F1B7FC8}"/>
              </a:ext>
            </a:extLst>
          </p:cNvPr>
          <p:cNvSpPr>
            <a:spLocks noGrp="1"/>
          </p:cNvSpPr>
          <p:nvPr>
            <p:ph sz="quarter" idx="20"/>
          </p:nvPr>
        </p:nvSpPr>
        <p:spPr>
          <a:xfrm>
            <a:off x="546100" y="1758950"/>
            <a:ext cx="3873500" cy="4489450"/>
          </a:xfrm>
        </p:spPr>
        <p:txBody>
          <a:bodyPr>
            <a:normAutofit/>
          </a:bodyPr>
          <a:lstStyle/>
          <a:p>
            <a:r>
              <a:rPr lang="en-US" dirty="0"/>
              <a:t>You are encouraged to upload your code to GitHub to build your portfolio as a DFT student.</a:t>
            </a:r>
          </a:p>
          <a:p>
            <a:endParaRPr lang="en-US" dirty="0"/>
          </a:p>
          <a:p>
            <a:r>
              <a:rPr lang="en-US" dirty="0"/>
              <a:t>Some tasks in this module will award additional credits when you check in your code to GitHub.</a:t>
            </a:r>
          </a:p>
          <a:p>
            <a:endParaRPr lang="en-SG" dirty="0"/>
          </a:p>
          <a:p>
            <a:r>
              <a:rPr lang="en-SG" dirty="0"/>
              <a:t>Do review </a:t>
            </a:r>
            <a:r>
              <a:rPr lang="en-SG" b="1" dirty="0"/>
              <a:t>C206 Version Control</a:t>
            </a:r>
            <a:r>
              <a:rPr lang="en-SG" dirty="0"/>
              <a:t> guides in the </a:t>
            </a:r>
            <a:r>
              <a:rPr lang="en-SG" b="1" dirty="0"/>
              <a:t>Resources</a:t>
            </a:r>
            <a:r>
              <a:rPr lang="en-SG" dirty="0"/>
              <a:t> folder provided to you</a:t>
            </a:r>
          </a:p>
        </p:txBody>
      </p:sp>
      <p:pic>
        <p:nvPicPr>
          <p:cNvPr id="1026" name="Picture 2" descr="Free animal cat dressed illustration">
            <a:extLst>
              <a:ext uri="{FF2B5EF4-FFF2-40B4-BE49-F238E27FC236}">
                <a16:creationId xmlns:a16="http://schemas.microsoft.com/office/drawing/2014/main" id="{ADA174CC-F319-6C82-4674-8901120D5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30" r="10893" b="3"/>
          <a:stretch>
            <a:fillRect/>
          </a:stretch>
        </p:blipFill>
        <p:spPr bwMode="auto">
          <a:xfrm>
            <a:off x="4688241" y="1758950"/>
            <a:ext cx="3873500" cy="4489450"/>
          </a:xfrm>
          <a:prstGeom prst="rect">
            <a:avLst/>
          </a:prstGeom>
          <a:solidFill>
            <a:srgbClr val="FFFFFF"/>
          </a:solidFill>
        </p:spPr>
      </p:pic>
    </p:spTree>
    <p:extLst>
      <p:ext uri="{BB962C8B-B14F-4D97-AF65-F5344CB8AC3E}">
        <p14:creationId xmlns:p14="http://schemas.microsoft.com/office/powerpoint/2010/main" val="3817791871"/>
      </p:ext>
    </p:extLst>
  </p:cSld>
  <p:clrMapOvr>
    <a:masterClrMapping/>
  </p:clrMapOvr>
</p:sld>
</file>

<file path=ppt/theme/theme1.xml><?xml version="1.0" encoding="utf-8"?>
<a:theme xmlns:a="http://schemas.openxmlformats.org/drawingml/2006/main" name="RP_SOI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P_SOI_Theme1" id="{94B2C820-227D-42A3-B6F1-803E2B3F8DD4}" vid="{4A76537D-65D2-4794-B9A6-47786AF1B8CB}"/>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P PPT Slide Template (4-3)">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2353966-648b-4d4d-947c-91681590b078}" enabled="1" method="Privileged" siteId="{f688b0d0-79f0-40a4-8644-35fcdee9d0f3}" contentBits="1" removed="0"/>
</clbl:labelList>
</file>

<file path=docProps/app.xml><?xml version="1.0" encoding="utf-8"?>
<Properties xmlns="http://schemas.openxmlformats.org/officeDocument/2006/extended-properties" xmlns:vt="http://schemas.openxmlformats.org/officeDocument/2006/docPropsVTypes">
  <Template>RP_SOI_Theme1</Template>
  <TotalTime>2295</TotalTime>
  <Words>2115</Words>
  <Application>Microsoft Office PowerPoint</Application>
  <PresentationFormat>On-screen Show (4:3)</PresentationFormat>
  <Paragraphs>221</Paragraphs>
  <Slides>33</Slides>
  <Notes>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33</vt:i4>
      </vt:variant>
    </vt:vector>
  </HeadingPairs>
  <TitlesOfParts>
    <vt:vector size="44" baseType="lpstr">
      <vt:lpstr>Aptos</vt:lpstr>
      <vt:lpstr>Arial</vt:lpstr>
      <vt:lpstr>Arial Black</vt:lpstr>
      <vt:lpstr>Calibri</vt:lpstr>
      <vt:lpstr>Calibri Light</vt:lpstr>
      <vt:lpstr>Consolas</vt:lpstr>
      <vt:lpstr>Courier New</vt:lpstr>
      <vt:lpstr>Verdana</vt:lpstr>
      <vt:lpstr>RP_SOI_Theme1</vt:lpstr>
      <vt:lpstr>1_Office Theme</vt:lpstr>
      <vt:lpstr>RP PPT Slide Template (4-3)</vt:lpstr>
      <vt:lpstr>C372 Payment Technologies  </vt:lpstr>
      <vt:lpstr>Web Application Development Review</vt:lpstr>
      <vt:lpstr>Web Application Development Review</vt:lpstr>
      <vt:lpstr>Web Application Development Review</vt:lpstr>
      <vt:lpstr>Setting up a new project</vt:lpstr>
      <vt:lpstr>Setting up a new project</vt:lpstr>
      <vt:lpstr>Setting up a new project</vt:lpstr>
      <vt:lpstr>Setting up a new project</vt:lpstr>
      <vt:lpstr>Setting up a new project</vt:lpstr>
      <vt:lpstr>Setting up a new project</vt:lpstr>
      <vt:lpstr>Setting up a new project</vt:lpstr>
      <vt:lpstr>Exercise 1</vt:lpstr>
      <vt:lpstr>Setting up a new project</vt:lpstr>
      <vt:lpstr>Setting up PetCareApp</vt:lpstr>
      <vt:lpstr>Setting up PetCareApp</vt:lpstr>
      <vt:lpstr>Setting up PetCareApp</vt:lpstr>
      <vt:lpstr>Setting up PetCareApp</vt:lpstr>
      <vt:lpstr>Setting up PetCareApp</vt:lpstr>
      <vt:lpstr>Setting up petcare DB</vt:lpstr>
      <vt:lpstr>Setting up petcare DB</vt:lpstr>
      <vt:lpstr>Setting up petcare DB</vt:lpstr>
      <vt:lpstr>Running PetCareApp</vt:lpstr>
      <vt:lpstr>Running PetCareApp</vt:lpstr>
      <vt:lpstr>Running PetCareApp</vt:lpstr>
      <vt:lpstr>Exercise 2</vt:lpstr>
      <vt:lpstr>NodeJS Project Folder Structure</vt:lpstr>
      <vt:lpstr>GitHub</vt:lpstr>
      <vt:lpstr>Git, GitHub</vt:lpstr>
      <vt:lpstr>.gitignore</vt:lpstr>
      <vt:lpstr>.gitignore</vt:lpstr>
      <vt:lpstr>Create the Local Git Repository</vt:lpstr>
      <vt:lpstr>Publish Your Repository to GitHub</vt:lpstr>
      <vt:lpstr>GitHub Repositories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Magdalene Lim (RP)</dc:creator>
  <cp:lastModifiedBy>KAREN LAW KAI EN</cp:lastModifiedBy>
  <cp:revision>96</cp:revision>
  <dcterms:created xsi:type="dcterms:W3CDTF">2024-08-22T13:04:24Z</dcterms:created>
  <dcterms:modified xsi:type="dcterms:W3CDTF">2026-10-27T06:01:23Z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RP_SOI_Theme1:2\1_Office Theme:7\RP PPT Slide Template (4-3):8</vt:lpwstr>
  </property>
  <property fmtid="{D5CDD505-2E9C-101B-9397-08002B2CF9AE}" pid="3" name="ClassificationContentMarkingHeaderText">
    <vt:lpwstr>Academic use</vt:lpwstr>
  </property>
</Properties>
</file>